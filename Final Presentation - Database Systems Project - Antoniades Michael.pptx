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54CE80-1BFD-495C-88CE-2988406892C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0790BC7-AD1B-4C38-9483-B12A438E42DD}">
      <dgm:prSet/>
      <dgm:spPr/>
      <dgm:t>
        <a:bodyPr/>
        <a:lstStyle/>
        <a:p>
          <a:r>
            <a:rPr lang="en-US"/>
            <a:t>Recommender systems suggest movies, music, products and content every day.</a:t>
          </a:r>
        </a:p>
      </dgm:t>
    </dgm:pt>
    <dgm:pt modelId="{CD30DB3E-AAFE-4C42-8DDC-38B58CA93D0A}" type="parTrans" cxnId="{64077CC4-9576-4A40-AFF2-10B4E1C79492}">
      <dgm:prSet/>
      <dgm:spPr/>
      <dgm:t>
        <a:bodyPr/>
        <a:lstStyle/>
        <a:p>
          <a:endParaRPr lang="en-US"/>
        </a:p>
      </dgm:t>
    </dgm:pt>
    <dgm:pt modelId="{8A604ECD-8537-40EB-84A5-7944EED832F7}" type="sibTrans" cxnId="{64077CC4-9576-4A40-AFF2-10B4E1C79492}">
      <dgm:prSet/>
      <dgm:spPr/>
      <dgm:t>
        <a:bodyPr/>
        <a:lstStyle/>
        <a:p>
          <a:endParaRPr lang="en-US"/>
        </a:p>
      </dgm:t>
    </dgm:pt>
    <dgm:pt modelId="{836302BD-4B5A-4737-9078-2CD4BE3F3364}">
      <dgm:prSet/>
      <dgm:spPr/>
      <dgm:t>
        <a:bodyPr/>
        <a:lstStyle/>
        <a:p>
          <a:r>
            <a:rPr lang="en-US" dirty="0"/>
            <a:t>Accuracy-focused systems can reproduce demographic bias.</a:t>
          </a:r>
        </a:p>
      </dgm:t>
    </dgm:pt>
    <dgm:pt modelId="{FFAA934B-71B1-437B-9F5E-86CAF116464E}" type="parTrans" cxnId="{EEA4320D-7B2C-4C91-AF05-AED7C4187EA4}">
      <dgm:prSet/>
      <dgm:spPr/>
      <dgm:t>
        <a:bodyPr/>
        <a:lstStyle/>
        <a:p>
          <a:endParaRPr lang="en-US"/>
        </a:p>
      </dgm:t>
    </dgm:pt>
    <dgm:pt modelId="{D9E8575F-E3EB-4C0F-8DE7-30E62568B374}" type="sibTrans" cxnId="{EEA4320D-7B2C-4C91-AF05-AED7C4187EA4}">
      <dgm:prSet/>
      <dgm:spPr/>
      <dgm:t>
        <a:bodyPr/>
        <a:lstStyle/>
        <a:p>
          <a:endParaRPr lang="en-US"/>
        </a:p>
      </dgm:t>
    </dgm:pt>
    <dgm:pt modelId="{DE1C9673-051E-463B-9B4F-9D6A4DF6DBA6}">
      <dgm:prSet/>
      <dgm:spPr/>
      <dgm:t>
        <a:bodyPr/>
        <a:lstStyle/>
        <a:p>
          <a:r>
            <a:rPr lang="en-US"/>
            <a:t>The goal is to reduce unfair recommendations without losing quality.</a:t>
          </a:r>
        </a:p>
      </dgm:t>
    </dgm:pt>
    <dgm:pt modelId="{D431848A-A77D-4444-821D-9F70CFCBEB37}" type="parTrans" cxnId="{53DF6AB2-55AB-431F-B547-89A5A90B409E}">
      <dgm:prSet/>
      <dgm:spPr/>
      <dgm:t>
        <a:bodyPr/>
        <a:lstStyle/>
        <a:p>
          <a:endParaRPr lang="en-US"/>
        </a:p>
      </dgm:t>
    </dgm:pt>
    <dgm:pt modelId="{37DCD4FD-D543-47FA-AC10-0F159857CBE8}" type="sibTrans" cxnId="{53DF6AB2-55AB-431F-B547-89A5A90B409E}">
      <dgm:prSet/>
      <dgm:spPr/>
      <dgm:t>
        <a:bodyPr/>
        <a:lstStyle/>
        <a:p>
          <a:endParaRPr lang="en-US"/>
        </a:p>
      </dgm:t>
    </dgm:pt>
    <dgm:pt modelId="{49EA38D1-E0C5-45B0-829B-9DEF898FCA15}" type="pres">
      <dgm:prSet presAssocID="{7454CE80-1BFD-495C-88CE-2988406892C1}" presName="root" presStyleCnt="0">
        <dgm:presLayoutVars>
          <dgm:dir/>
          <dgm:resizeHandles val="exact"/>
        </dgm:presLayoutVars>
      </dgm:prSet>
      <dgm:spPr/>
    </dgm:pt>
    <dgm:pt modelId="{5CC69EDA-E8DD-4D41-A975-BB672E7EADDF}" type="pres">
      <dgm:prSet presAssocID="{70790BC7-AD1B-4C38-9483-B12A438E42DD}" presName="compNode" presStyleCnt="0"/>
      <dgm:spPr/>
    </dgm:pt>
    <dgm:pt modelId="{0594F380-8E94-4DD1-8A70-F96D25B21AFA}" type="pres">
      <dgm:prSet presAssocID="{70790BC7-AD1B-4C38-9483-B12A438E42DD}" presName="bgRect" presStyleLbl="bgShp" presStyleIdx="0" presStyleCnt="3"/>
      <dgm:spPr/>
    </dgm:pt>
    <dgm:pt modelId="{7C55F96B-1450-4234-95C4-6B5088CD1381}" type="pres">
      <dgm:prSet presAssocID="{70790BC7-AD1B-4C38-9483-B12A438E42DD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Θέατρο"/>
        </a:ext>
      </dgm:extLst>
    </dgm:pt>
    <dgm:pt modelId="{782F0D03-E659-4EB2-862E-3438E972D62F}" type="pres">
      <dgm:prSet presAssocID="{70790BC7-AD1B-4C38-9483-B12A438E42DD}" presName="spaceRect" presStyleCnt="0"/>
      <dgm:spPr/>
    </dgm:pt>
    <dgm:pt modelId="{23CF124E-216A-4587-906C-DE8239AC6F81}" type="pres">
      <dgm:prSet presAssocID="{70790BC7-AD1B-4C38-9483-B12A438E42DD}" presName="parTx" presStyleLbl="revTx" presStyleIdx="0" presStyleCnt="3">
        <dgm:presLayoutVars>
          <dgm:chMax val="0"/>
          <dgm:chPref val="0"/>
        </dgm:presLayoutVars>
      </dgm:prSet>
      <dgm:spPr/>
    </dgm:pt>
    <dgm:pt modelId="{EC3F8B06-BCF2-445F-930A-B5ED51ADDE34}" type="pres">
      <dgm:prSet presAssocID="{8A604ECD-8537-40EB-84A5-7944EED832F7}" presName="sibTrans" presStyleCnt="0"/>
      <dgm:spPr/>
    </dgm:pt>
    <dgm:pt modelId="{561727D7-924A-4244-95D7-3D4DF090E71E}" type="pres">
      <dgm:prSet presAssocID="{836302BD-4B5A-4737-9078-2CD4BE3F3364}" presName="compNode" presStyleCnt="0"/>
      <dgm:spPr/>
    </dgm:pt>
    <dgm:pt modelId="{B7AB685E-909E-44F4-B953-D6F613004A70}" type="pres">
      <dgm:prSet presAssocID="{836302BD-4B5A-4737-9078-2CD4BE3F3364}" presName="bgRect" presStyleLbl="bgShp" presStyleIdx="1" presStyleCnt="3"/>
      <dgm:spPr/>
    </dgm:pt>
    <dgm:pt modelId="{F4B00178-69CC-4AB4-8734-5C1C0ABB435D}" type="pres">
      <dgm:prSet presAssocID="{836302BD-4B5A-4737-9078-2CD4BE3F336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Στόχος"/>
        </a:ext>
      </dgm:extLst>
    </dgm:pt>
    <dgm:pt modelId="{D1B0C054-27F3-4F25-BFFC-C6FEBC3BB2B2}" type="pres">
      <dgm:prSet presAssocID="{836302BD-4B5A-4737-9078-2CD4BE3F3364}" presName="spaceRect" presStyleCnt="0"/>
      <dgm:spPr/>
    </dgm:pt>
    <dgm:pt modelId="{3E5563D6-730D-4E03-A079-A6007A07B164}" type="pres">
      <dgm:prSet presAssocID="{836302BD-4B5A-4737-9078-2CD4BE3F3364}" presName="parTx" presStyleLbl="revTx" presStyleIdx="1" presStyleCnt="3">
        <dgm:presLayoutVars>
          <dgm:chMax val="0"/>
          <dgm:chPref val="0"/>
        </dgm:presLayoutVars>
      </dgm:prSet>
      <dgm:spPr/>
    </dgm:pt>
    <dgm:pt modelId="{03BE61AF-AA4F-4BC7-B570-7FBF845D92B8}" type="pres">
      <dgm:prSet presAssocID="{D9E8575F-E3EB-4C0F-8DE7-30E62568B374}" presName="sibTrans" presStyleCnt="0"/>
      <dgm:spPr/>
    </dgm:pt>
    <dgm:pt modelId="{79A645F1-7ABC-4CD9-BF29-0637F5DFB814}" type="pres">
      <dgm:prSet presAssocID="{DE1C9673-051E-463B-9B4F-9D6A4DF6DBA6}" presName="compNode" presStyleCnt="0"/>
      <dgm:spPr/>
    </dgm:pt>
    <dgm:pt modelId="{A2C81FC6-BB1A-4EB2-839A-6285BFE12E00}" type="pres">
      <dgm:prSet presAssocID="{DE1C9673-051E-463B-9B4F-9D6A4DF6DBA6}" presName="bgRect" presStyleLbl="bgShp" presStyleIdx="2" presStyleCnt="3"/>
      <dgm:spPr/>
    </dgm:pt>
    <dgm:pt modelId="{491FD15B-F6A0-40C5-9C9F-CF1A4D95543F}" type="pres">
      <dgm:prSet presAssocID="{DE1C9673-051E-463B-9B4F-9D6A4DF6DBA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Κέντρο"/>
        </a:ext>
      </dgm:extLst>
    </dgm:pt>
    <dgm:pt modelId="{5A4C2FB1-8C67-4037-BA2C-AFC293D8C1A4}" type="pres">
      <dgm:prSet presAssocID="{DE1C9673-051E-463B-9B4F-9D6A4DF6DBA6}" presName="spaceRect" presStyleCnt="0"/>
      <dgm:spPr/>
    </dgm:pt>
    <dgm:pt modelId="{09A624DD-791C-409E-9A43-F0ED1EA9147B}" type="pres">
      <dgm:prSet presAssocID="{DE1C9673-051E-463B-9B4F-9D6A4DF6DBA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EA4320D-7B2C-4C91-AF05-AED7C4187EA4}" srcId="{7454CE80-1BFD-495C-88CE-2988406892C1}" destId="{836302BD-4B5A-4737-9078-2CD4BE3F3364}" srcOrd="1" destOrd="0" parTransId="{FFAA934B-71B1-437B-9F5E-86CAF116464E}" sibTransId="{D9E8575F-E3EB-4C0F-8DE7-30E62568B374}"/>
    <dgm:cxn modelId="{F5AC3D2B-2F50-47FE-A9D2-7A21EB637D29}" type="presOf" srcId="{70790BC7-AD1B-4C38-9483-B12A438E42DD}" destId="{23CF124E-216A-4587-906C-DE8239AC6F81}" srcOrd="0" destOrd="0" presId="urn:microsoft.com/office/officeart/2018/2/layout/IconVerticalSolidList"/>
    <dgm:cxn modelId="{53DF6AB2-55AB-431F-B547-89A5A90B409E}" srcId="{7454CE80-1BFD-495C-88CE-2988406892C1}" destId="{DE1C9673-051E-463B-9B4F-9D6A4DF6DBA6}" srcOrd="2" destOrd="0" parTransId="{D431848A-A77D-4444-821D-9F70CFCBEB37}" sibTransId="{37DCD4FD-D543-47FA-AC10-0F159857CBE8}"/>
    <dgm:cxn modelId="{D71E1FC0-4986-4599-ABCC-27F7B41B7174}" type="presOf" srcId="{7454CE80-1BFD-495C-88CE-2988406892C1}" destId="{49EA38D1-E0C5-45B0-829B-9DEF898FCA15}" srcOrd="0" destOrd="0" presId="urn:microsoft.com/office/officeart/2018/2/layout/IconVerticalSolidList"/>
    <dgm:cxn modelId="{64077CC4-9576-4A40-AFF2-10B4E1C79492}" srcId="{7454CE80-1BFD-495C-88CE-2988406892C1}" destId="{70790BC7-AD1B-4C38-9483-B12A438E42DD}" srcOrd="0" destOrd="0" parTransId="{CD30DB3E-AAFE-4C42-8DDC-38B58CA93D0A}" sibTransId="{8A604ECD-8537-40EB-84A5-7944EED832F7}"/>
    <dgm:cxn modelId="{F66E87FA-0AA6-416D-84FC-1E7D5FF7E37D}" type="presOf" srcId="{836302BD-4B5A-4737-9078-2CD4BE3F3364}" destId="{3E5563D6-730D-4E03-A079-A6007A07B164}" srcOrd="0" destOrd="0" presId="urn:microsoft.com/office/officeart/2018/2/layout/IconVerticalSolidList"/>
    <dgm:cxn modelId="{F4F73CFE-139A-49C5-8D84-78269AE38EC5}" type="presOf" srcId="{DE1C9673-051E-463B-9B4F-9D6A4DF6DBA6}" destId="{09A624DD-791C-409E-9A43-F0ED1EA9147B}" srcOrd="0" destOrd="0" presId="urn:microsoft.com/office/officeart/2018/2/layout/IconVerticalSolidList"/>
    <dgm:cxn modelId="{66B142D5-60D4-426F-9D9A-870141A2B993}" type="presParOf" srcId="{49EA38D1-E0C5-45B0-829B-9DEF898FCA15}" destId="{5CC69EDA-E8DD-4D41-A975-BB672E7EADDF}" srcOrd="0" destOrd="0" presId="urn:microsoft.com/office/officeart/2018/2/layout/IconVerticalSolidList"/>
    <dgm:cxn modelId="{A267C5EF-B627-4879-BF3B-C13AEB0CE26B}" type="presParOf" srcId="{5CC69EDA-E8DD-4D41-A975-BB672E7EADDF}" destId="{0594F380-8E94-4DD1-8A70-F96D25B21AFA}" srcOrd="0" destOrd="0" presId="urn:microsoft.com/office/officeart/2018/2/layout/IconVerticalSolidList"/>
    <dgm:cxn modelId="{67B32BF2-4BD7-40CE-B9E6-D7AE389F70F5}" type="presParOf" srcId="{5CC69EDA-E8DD-4D41-A975-BB672E7EADDF}" destId="{7C55F96B-1450-4234-95C4-6B5088CD1381}" srcOrd="1" destOrd="0" presId="urn:microsoft.com/office/officeart/2018/2/layout/IconVerticalSolidList"/>
    <dgm:cxn modelId="{E06AE79F-F3A0-4E14-80C0-1A92B19C396F}" type="presParOf" srcId="{5CC69EDA-E8DD-4D41-A975-BB672E7EADDF}" destId="{782F0D03-E659-4EB2-862E-3438E972D62F}" srcOrd="2" destOrd="0" presId="urn:microsoft.com/office/officeart/2018/2/layout/IconVerticalSolidList"/>
    <dgm:cxn modelId="{C61781C9-33D4-4210-85F6-A6C7B01FAD02}" type="presParOf" srcId="{5CC69EDA-E8DD-4D41-A975-BB672E7EADDF}" destId="{23CF124E-216A-4587-906C-DE8239AC6F81}" srcOrd="3" destOrd="0" presId="urn:microsoft.com/office/officeart/2018/2/layout/IconVerticalSolidList"/>
    <dgm:cxn modelId="{6C0FED3F-1FCB-407D-9233-CA88FCC4BF63}" type="presParOf" srcId="{49EA38D1-E0C5-45B0-829B-9DEF898FCA15}" destId="{EC3F8B06-BCF2-445F-930A-B5ED51ADDE34}" srcOrd="1" destOrd="0" presId="urn:microsoft.com/office/officeart/2018/2/layout/IconVerticalSolidList"/>
    <dgm:cxn modelId="{8B545185-C43B-4EFF-A70F-FBB49AC5940F}" type="presParOf" srcId="{49EA38D1-E0C5-45B0-829B-9DEF898FCA15}" destId="{561727D7-924A-4244-95D7-3D4DF090E71E}" srcOrd="2" destOrd="0" presId="urn:microsoft.com/office/officeart/2018/2/layout/IconVerticalSolidList"/>
    <dgm:cxn modelId="{6503C773-D4AD-4F2A-A9C2-425E71E4208F}" type="presParOf" srcId="{561727D7-924A-4244-95D7-3D4DF090E71E}" destId="{B7AB685E-909E-44F4-B953-D6F613004A70}" srcOrd="0" destOrd="0" presId="urn:microsoft.com/office/officeart/2018/2/layout/IconVerticalSolidList"/>
    <dgm:cxn modelId="{1E0611D5-C913-47E1-812C-13266D247888}" type="presParOf" srcId="{561727D7-924A-4244-95D7-3D4DF090E71E}" destId="{F4B00178-69CC-4AB4-8734-5C1C0ABB435D}" srcOrd="1" destOrd="0" presId="urn:microsoft.com/office/officeart/2018/2/layout/IconVerticalSolidList"/>
    <dgm:cxn modelId="{4AD0A61B-4931-4A98-8FC7-EEFE980C0E06}" type="presParOf" srcId="{561727D7-924A-4244-95D7-3D4DF090E71E}" destId="{D1B0C054-27F3-4F25-BFFC-C6FEBC3BB2B2}" srcOrd="2" destOrd="0" presId="urn:microsoft.com/office/officeart/2018/2/layout/IconVerticalSolidList"/>
    <dgm:cxn modelId="{51F2FE32-906E-487B-A379-1832F2E0899E}" type="presParOf" srcId="{561727D7-924A-4244-95D7-3D4DF090E71E}" destId="{3E5563D6-730D-4E03-A079-A6007A07B164}" srcOrd="3" destOrd="0" presId="urn:microsoft.com/office/officeart/2018/2/layout/IconVerticalSolidList"/>
    <dgm:cxn modelId="{8BC80B81-127D-4274-89E1-FD9D2FA50850}" type="presParOf" srcId="{49EA38D1-E0C5-45B0-829B-9DEF898FCA15}" destId="{03BE61AF-AA4F-4BC7-B570-7FBF845D92B8}" srcOrd="3" destOrd="0" presId="urn:microsoft.com/office/officeart/2018/2/layout/IconVerticalSolidList"/>
    <dgm:cxn modelId="{3CA37CBC-439F-4864-8DFE-31A4ED8A9D42}" type="presParOf" srcId="{49EA38D1-E0C5-45B0-829B-9DEF898FCA15}" destId="{79A645F1-7ABC-4CD9-BF29-0637F5DFB814}" srcOrd="4" destOrd="0" presId="urn:microsoft.com/office/officeart/2018/2/layout/IconVerticalSolidList"/>
    <dgm:cxn modelId="{CB2F9260-5BBF-4926-8191-6C9A47B17DDF}" type="presParOf" srcId="{79A645F1-7ABC-4CD9-BF29-0637F5DFB814}" destId="{A2C81FC6-BB1A-4EB2-839A-6285BFE12E00}" srcOrd="0" destOrd="0" presId="urn:microsoft.com/office/officeart/2018/2/layout/IconVerticalSolidList"/>
    <dgm:cxn modelId="{D9F9A011-B8F6-41CE-9FA1-CBE30BF1B39D}" type="presParOf" srcId="{79A645F1-7ABC-4CD9-BF29-0637F5DFB814}" destId="{491FD15B-F6A0-40C5-9C9F-CF1A4D95543F}" srcOrd="1" destOrd="0" presId="urn:microsoft.com/office/officeart/2018/2/layout/IconVerticalSolidList"/>
    <dgm:cxn modelId="{3CA7516F-D16C-439A-8D5A-C827EA23A46F}" type="presParOf" srcId="{79A645F1-7ABC-4CD9-BF29-0637F5DFB814}" destId="{5A4C2FB1-8C67-4037-BA2C-AFC293D8C1A4}" srcOrd="2" destOrd="0" presId="urn:microsoft.com/office/officeart/2018/2/layout/IconVerticalSolidList"/>
    <dgm:cxn modelId="{B14243C2-6E5C-4D55-B539-D91BAA8CAD12}" type="presParOf" srcId="{79A645F1-7ABC-4CD9-BF29-0637F5DFB814}" destId="{09A624DD-791C-409E-9A43-F0ED1EA9147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6FF1FFA-C031-4E9A-AEEC-1C47FF70281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BF88A7A1-4A05-42BC-B717-669BD2A074CF}">
      <dgm:prSet/>
      <dgm:spPr/>
      <dgm:t>
        <a:bodyPr/>
        <a:lstStyle/>
        <a:p>
          <a:r>
            <a:rPr lang="en-US"/>
            <a:t>The dataset contains users, ratings and movies.</a:t>
          </a:r>
        </a:p>
      </dgm:t>
    </dgm:pt>
    <dgm:pt modelId="{39337F9E-6142-4FB4-ABC8-78C4322209F1}" type="parTrans" cxnId="{98FF1A5F-DF19-40C6-917C-398DCBB2D854}">
      <dgm:prSet/>
      <dgm:spPr/>
      <dgm:t>
        <a:bodyPr/>
        <a:lstStyle/>
        <a:p>
          <a:endParaRPr lang="en-US"/>
        </a:p>
      </dgm:t>
    </dgm:pt>
    <dgm:pt modelId="{14D5C530-635B-461E-9110-3423EB50BA2F}" type="sibTrans" cxnId="{98FF1A5F-DF19-40C6-917C-398DCBB2D854}">
      <dgm:prSet/>
      <dgm:spPr/>
      <dgm:t>
        <a:bodyPr/>
        <a:lstStyle/>
        <a:p>
          <a:endParaRPr lang="en-US"/>
        </a:p>
      </dgm:t>
    </dgm:pt>
    <dgm:pt modelId="{35C577E5-EF92-4713-A5EE-BB6CB40F7FC9}">
      <dgm:prSet/>
      <dgm:spPr/>
      <dgm:t>
        <a:bodyPr/>
        <a:lstStyle/>
        <a:p>
          <a:r>
            <a:rPr lang="en-US"/>
            <a:t>User attributes include gender, age and occupation.</a:t>
          </a:r>
        </a:p>
      </dgm:t>
    </dgm:pt>
    <dgm:pt modelId="{FC72B6BE-3C89-45CF-9498-90CD02D71030}" type="parTrans" cxnId="{2678DCEE-C50B-48BA-8D54-549CA8C5563E}">
      <dgm:prSet/>
      <dgm:spPr/>
      <dgm:t>
        <a:bodyPr/>
        <a:lstStyle/>
        <a:p>
          <a:endParaRPr lang="en-US"/>
        </a:p>
      </dgm:t>
    </dgm:pt>
    <dgm:pt modelId="{E08AD8C5-4B8C-464D-ACE2-3AF5919BA53D}" type="sibTrans" cxnId="{2678DCEE-C50B-48BA-8D54-549CA8C5563E}">
      <dgm:prSet/>
      <dgm:spPr/>
      <dgm:t>
        <a:bodyPr/>
        <a:lstStyle/>
        <a:p>
          <a:endParaRPr lang="en-US"/>
        </a:p>
      </dgm:t>
    </dgm:pt>
    <dgm:pt modelId="{A22C263A-A3F1-4B5E-BE3D-95959A95408A}">
      <dgm:prSet/>
      <dgm:spPr/>
      <dgm:t>
        <a:bodyPr/>
        <a:lstStyle/>
        <a:p>
          <a:r>
            <a:rPr lang="en-US"/>
            <a:t>Movie genres are converted into binary vectors for fairness analysis.</a:t>
          </a:r>
        </a:p>
      </dgm:t>
    </dgm:pt>
    <dgm:pt modelId="{F1487D08-2114-46DD-A3F3-93ECF6450B4E}" type="parTrans" cxnId="{31480002-79C3-47FD-A9B3-90A22540CD29}">
      <dgm:prSet/>
      <dgm:spPr/>
      <dgm:t>
        <a:bodyPr/>
        <a:lstStyle/>
        <a:p>
          <a:endParaRPr lang="en-US"/>
        </a:p>
      </dgm:t>
    </dgm:pt>
    <dgm:pt modelId="{607456A3-B0A2-41D7-B353-4AC6B68DC713}" type="sibTrans" cxnId="{31480002-79C3-47FD-A9B3-90A22540CD29}">
      <dgm:prSet/>
      <dgm:spPr/>
      <dgm:t>
        <a:bodyPr/>
        <a:lstStyle/>
        <a:p>
          <a:endParaRPr lang="en-US"/>
        </a:p>
      </dgm:t>
    </dgm:pt>
    <dgm:pt modelId="{AB0CC19F-8F56-49EF-97E3-C8679AFB0A94}" type="pres">
      <dgm:prSet presAssocID="{96FF1FFA-C031-4E9A-AEEC-1C47FF70281E}" presName="linear" presStyleCnt="0">
        <dgm:presLayoutVars>
          <dgm:animLvl val="lvl"/>
          <dgm:resizeHandles val="exact"/>
        </dgm:presLayoutVars>
      </dgm:prSet>
      <dgm:spPr/>
    </dgm:pt>
    <dgm:pt modelId="{C057ABF0-EC84-4407-A477-950881A8F800}" type="pres">
      <dgm:prSet presAssocID="{BF88A7A1-4A05-42BC-B717-669BD2A074C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8D33A27-9680-4A2B-A847-54C80DBB3435}" type="pres">
      <dgm:prSet presAssocID="{14D5C530-635B-461E-9110-3423EB50BA2F}" presName="spacer" presStyleCnt="0"/>
      <dgm:spPr/>
    </dgm:pt>
    <dgm:pt modelId="{D474AC28-3137-4680-BEA5-D8B6C188680E}" type="pres">
      <dgm:prSet presAssocID="{35C577E5-EF92-4713-A5EE-BB6CB40F7FC9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32DCAA5-B0DF-44F3-873F-DD82A2E9B9D3}" type="pres">
      <dgm:prSet presAssocID="{E08AD8C5-4B8C-464D-ACE2-3AF5919BA53D}" presName="spacer" presStyleCnt="0"/>
      <dgm:spPr/>
    </dgm:pt>
    <dgm:pt modelId="{4713D690-0109-4901-85C6-12E7C0B09CD2}" type="pres">
      <dgm:prSet presAssocID="{A22C263A-A3F1-4B5E-BE3D-95959A95408A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1480002-79C3-47FD-A9B3-90A22540CD29}" srcId="{96FF1FFA-C031-4E9A-AEEC-1C47FF70281E}" destId="{A22C263A-A3F1-4B5E-BE3D-95959A95408A}" srcOrd="2" destOrd="0" parTransId="{F1487D08-2114-46DD-A3F3-93ECF6450B4E}" sibTransId="{607456A3-B0A2-41D7-B353-4AC6B68DC713}"/>
    <dgm:cxn modelId="{98FF1A5F-DF19-40C6-917C-398DCBB2D854}" srcId="{96FF1FFA-C031-4E9A-AEEC-1C47FF70281E}" destId="{BF88A7A1-4A05-42BC-B717-669BD2A074CF}" srcOrd="0" destOrd="0" parTransId="{39337F9E-6142-4FB4-ABC8-78C4322209F1}" sibTransId="{14D5C530-635B-461E-9110-3423EB50BA2F}"/>
    <dgm:cxn modelId="{CFCADAAC-C92D-4970-86D1-8BC2027F5E42}" type="presOf" srcId="{A22C263A-A3F1-4B5E-BE3D-95959A95408A}" destId="{4713D690-0109-4901-85C6-12E7C0B09CD2}" srcOrd="0" destOrd="0" presId="urn:microsoft.com/office/officeart/2005/8/layout/vList2"/>
    <dgm:cxn modelId="{485CF1AD-B9A1-49AE-A22E-B8CDA6C952BE}" type="presOf" srcId="{BF88A7A1-4A05-42BC-B717-669BD2A074CF}" destId="{C057ABF0-EC84-4407-A477-950881A8F800}" srcOrd="0" destOrd="0" presId="urn:microsoft.com/office/officeart/2005/8/layout/vList2"/>
    <dgm:cxn modelId="{143B5DC4-5A14-4053-B328-6E85ABEC73D4}" type="presOf" srcId="{35C577E5-EF92-4713-A5EE-BB6CB40F7FC9}" destId="{D474AC28-3137-4680-BEA5-D8B6C188680E}" srcOrd="0" destOrd="0" presId="urn:microsoft.com/office/officeart/2005/8/layout/vList2"/>
    <dgm:cxn modelId="{8C9877CF-0166-4AFD-9827-550A13E8FC5C}" type="presOf" srcId="{96FF1FFA-C031-4E9A-AEEC-1C47FF70281E}" destId="{AB0CC19F-8F56-49EF-97E3-C8679AFB0A94}" srcOrd="0" destOrd="0" presId="urn:microsoft.com/office/officeart/2005/8/layout/vList2"/>
    <dgm:cxn modelId="{2678DCEE-C50B-48BA-8D54-549CA8C5563E}" srcId="{96FF1FFA-C031-4E9A-AEEC-1C47FF70281E}" destId="{35C577E5-EF92-4713-A5EE-BB6CB40F7FC9}" srcOrd="1" destOrd="0" parTransId="{FC72B6BE-3C89-45CF-9498-90CD02D71030}" sibTransId="{E08AD8C5-4B8C-464D-ACE2-3AF5919BA53D}"/>
    <dgm:cxn modelId="{10B81FF1-2118-46B5-B1EA-CFFDC873E1B7}" type="presParOf" srcId="{AB0CC19F-8F56-49EF-97E3-C8679AFB0A94}" destId="{C057ABF0-EC84-4407-A477-950881A8F800}" srcOrd="0" destOrd="0" presId="urn:microsoft.com/office/officeart/2005/8/layout/vList2"/>
    <dgm:cxn modelId="{6259EE47-E967-440A-B628-3C7BDFB98A22}" type="presParOf" srcId="{AB0CC19F-8F56-49EF-97E3-C8679AFB0A94}" destId="{78D33A27-9680-4A2B-A847-54C80DBB3435}" srcOrd="1" destOrd="0" presId="urn:microsoft.com/office/officeart/2005/8/layout/vList2"/>
    <dgm:cxn modelId="{5184E3D4-DFD9-4A8B-8378-5626555AF2D8}" type="presParOf" srcId="{AB0CC19F-8F56-49EF-97E3-C8679AFB0A94}" destId="{D474AC28-3137-4680-BEA5-D8B6C188680E}" srcOrd="2" destOrd="0" presId="urn:microsoft.com/office/officeart/2005/8/layout/vList2"/>
    <dgm:cxn modelId="{F3ADAE3A-902E-43DF-8BFD-F252702B03CE}" type="presParOf" srcId="{AB0CC19F-8F56-49EF-97E3-C8679AFB0A94}" destId="{E32DCAA5-B0DF-44F3-873F-DD82A2E9B9D3}" srcOrd="3" destOrd="0" presId="urn:microsoft.com/office/officeart/2005/8/layout/vList2"/>
    <dgm:cxn modelId="{ACEA45A5-B013-4D7A-84A1-4382C64B7C08}" type="presParOf" srcId="{AB0CC19F-8F56-49EF-97E3-C8679AFB0A94}" destId="{4713D690-0109-4901-85C6-12E7C0B09CD2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8945447-47AA-4757-9FAD-231A7C309899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C0A47B2-99D0-48B0-8378-4E28050CFF93}">
      <dgm:prSet/>
      <dgm:spPr/>
      <dgm:t>
        <a:bodyPr/>
        <a:lstStyle/>
        <a:p>
          <a:r>
            <a:rPr lang="en-US"/>
            <a:t>The baseline uses collaborative filtering with SVD.</a:t>
          </a:r>
        </a:p>
      </dgm:t>
    </dgm:pt>
    <dgm:pt modelId="{3E0EBBD9-3967-4429-A543-545C7630340C}" type="parTrans" cxnId="{68F7B088-3217-440B-B45C-AE36375E9B41}">
      <dgm:prSet/>
      <dgm:spPr/>
      <dgm:t>
        <a:bodyPr/>
        <a:lstStyle/>
        <a:p>
          <a:endParaRPr lang="en-US"/>
        </a:p>
      </dgm:t>
    </dgm:pt>
    <dgm:pt modelId="{071FC700-BDBE-4B01-99C8-F15BF257AC56}" type="sibTrans" cxnId="{68F7B088-3217-440B-B45C-AE36375E9B41}">
      <dgm:prSet/>
      <dgm:spPr/>
      <dgm:t>
        <a:bodyPr/>
        <a:lstStyle/>
        <a:p>
          <a:endParaRPr lang="en-US"/>
        </a:p>
      </dgm:t>
    </dgm:pt>
    <dgm:pt modelId="{2B80E935-4BDE-417A-8288-EB4497A26DE0}">
      <dgm:prSet/>
      <dgm:spPr/>
      <dgm:t>
        <a:bodyPr/>
        <a:lstStyle/>
        <a:p>
          <a:r>
            <a:rPr lang="en-US"/>
            <a:t>It predicts missing user-movie ratings.</a:t>
          </a:r>
        </a:p>
      </dgm:t>
    </dgm:pt>
    <dgm:pt modelId="{4F079E4E-BB7D-4A93-A554-D7A52943D392}" type="parTrans" cxnId="{BD4DC071-8C74-4560-9A45-D8C280A8A65D}">
      <dgm:prSet/>
      <dgm:spPr/>
      <dgm:t>
        <a:bodyPr/>
        <a:lstStyle/>
        <a:p>
          <a:endParaRPr lang="en-US"/>
        </a:p>
      </dgm:t>
    </dgm:pt>
    <dgm:pt modelId="{CFAA184D-01CD-4FE6-8000-E2A452EB3D52}" type="sibTrans" cxnId="{BD4DC071-8C74-4560-9A45-D8C280A8A65D}">
      <dgm:prSet/>
      <dgm:spPr/>
      <dgm:t>
        <a:bodyPr/>
        <a:lstStyle/>
        <a:p>
          <a:endParaRPr lang="en-US"/>
        </a:p>
      </dgm:t>
    </dgm:pt>
    <dgm:pt modelId="{FCA39613-06B2-4198-82CB-334831F5FC1D}">
      <dgm:prSet/>
      <dgm:spPr/>
      <dgm:t>
        <a:bodyPr/>
        <a:lstStyle/>
        <a:p>
          <a:r>
            <a:rPr lang="en-US"/>
            <a:t>It recommends the Top-K movies with the highest predicted scores.</a:t>
          </a:r>
        </a:p>
      </dgm:t>
    </dgm:pt>
    <dgm:pt modelId="{05CADBDA-DA1C-43D3-B5E7-2277C6317D03}" type="parTrans" cxnId="{40184F2B-AD4B-401B-80E2-CD424C954D33}">
      <dgm:prSet/>
      <dgm:spPr/>
      <dgm:t>
        <a:bodyPr/>
        <a:lstStyle/>
        <a:p>
          <a:endParaRPr lang="en-US"/>
        </a:p>
      </dgm:t>
    </dgm:pt>
    <dgm:pt modelId="{1C057EA2-170E-4E73-86CA-296C14F8D574}" type="sibTrans" cxnId="{40184F2B-AD4B-401B-80E2-CD424C954D33}">
      <dgm:prSet/>
      <dgm:spPr/>
      <dgm:t>
        <a:bodyPr/>
        <a:lstStyle/>
        <a:p>
          <a:endParaRPr lang="en-US"/>
        </a:p>
      </dgm:t>
    </dgm:pt>
    <dgm:pt modelId="{BD2D4B33-3E5B-4FD7-9ED7-651974FF3B70}" type="pres">
      <dgm:prSet presAssocID="{88945447-47AA-4757-9FAD-231A7C309899}" presName="Name0" presStyleCnt="0">
        <dgm:presLayoutVars>
          <dgm:dir/>
          <dgm:animLvl val="lvl"/>
          <dgm:resizeHandles val="exact"/>
        </dgm:presLayoutVars>
      </dgm:prSet>
      <dgm:spPr/>
    </dgm:pt>
    <dgm:pt modelId="{89BD95F2-23B6-499B-8DE8-38A95C974089}" type="pres">
      <dgm:prSet presAssocID="{DC0A47B2-99D0-48B0-8378-4E28050CFF93}" presName="linNode" presStyleCnt="0"/>
      <dgm:spPr/>
    </dgm:pt>
    <dgm:pt modelId="{BDE05F3C-1034-47A5-8F6B-1828DA93382F}" type="pres">
      <dgm:prSet presAssocID="{DC0A47B2-99D0-48B0-8378-4E28050CFF93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4F2A347-F4DF-44BD-AD4F-C9D8BAEF68F0}" type="pres">
      <dgm:prSet presAssocID="{071FC700-BDBE-4B01-99C8-F15BF257AC56}" presName="sp" presStyleCnt="0"/>
      <dgm:spPr/>
    </dgm:pt>
    <dgm:pt modelId="{C71DEE4A-9AFF-4F2A-A271-5403181B3D8A}" type="pres">
      <dgm:prSet presAssocID="{2B80E935-4BDE-417A-8288-EB4497A26DE0}" presName="linNode" presStyleCnt="0"/>
      <dgm:spPr/>
    </dgm:pt>
    <dgm:pt modelId="{CC8F1B4C-FACA-4450-A392-C1AC8AE226E4}" type="pres">
      <dgm:prSet presAssocID="{2B80E935-4BDE-417A-8288-EB4497A26DE0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AFCEC85F-0806-4A06-B314-64A30F4E34F1}" type="pres">
      <dgm:prSet presAssocID="{CFAA184D-01CD-4FE6-8000-E2A452EB3D52}" presName="sp" presStyleCnt="0"/>
      <dgm:spPr/>
    </dgm:pt>
    <dgm:pt modelId="{AD5F9ECA-5456-4AFE-85E8-41EEA89658D8}" type="pres">
      <dgm:prSet presAssocID="{FCA39613-06B2-4198-82CB-334831F5FC1D}" presName="linNode" presStyleCnt="0"/>
      <dgm:spPr/>
    </dgm:pt>
    <dgm:pt modelId="{3A1E35EA-7126-4273-9FBC-36A9F963EF6A}" type="pres">
      <dgm:prSet presAssocID="{FCA39613-06B2-4198-82CB-334831F5FC1D}" presName="parentText" presStyleLbl="node1" presStyleIdx="2" presStyleCnt="3">
        <dgm:presLayoutVars>
          <dgm:chMax val="1"/>
          <dgm:bulletEnabled val="1"/>
        </dgm:presLayoutVars>
      </dgm:prSet>
      <dgm:spPr/>
    </dgm:pt>
  </dgm:ptLst>
  <dgm:cxnLst>
    <dgm:cxn modelId="{B0B66B14-6971-4B10-B082-38286FB51EA0}" type="presOf" srcId="{2B80E935-4BDE-417A-8288-EB4497A26DE0}" destId="{CC8F1B4C-FACA-4450-A392-C1AC8AE226E4}" srcOrd="0" destOrd="0" presId="urn:microsoft.com/office/officeart/2005/8/layout/vList5"/>
    <dgm:cxn modelId="{24569E18-A92A-44A4-9606-2488A14BDA1A}" type="presOf" srcId="{88945447-47AA-4757-9FAD-231A7C309899}" destId="{BD2D4B33-3E5B-4FD7-9ED7-651974FF3B70}" srcOrd="0" destOrd="0" presId="urn:microsoft.com/office/officeart/2005/8/layout/vList5"/>
    <dgm:cxn modelId="{40184F2B-AD4B-401B-80E2-CD424C954D33}" srcId="{88945447-47AA-4757-9FAD-231A7C309899}" destId="{FCA39613-06B2-4198-82CB-334831F5FC1D}" srcOrd="2" destOrd="0" parTransId="{05CADBDA-DA1C-43D3-B5E7-2277C6317D03}" sibTransId="{1C057EA2-170E-4E73-86CA-296C14F8D574}"/>
    <dgm:cxn modelId="{BD4DC071-8C74-4560-9A45-D8C280A8A65D}" srcId="{88945447-47AA-4757-9FAD-231A7C309899}" destId="{2B80E935-4BDE-417A-8288-EB4497A26DE0}" srcOrd="1" destOrd="0" parTransId="{4F079E4E-BB7D-4A93-A554-D7A52943D392}" sibTransId="{CFAA184D-01CD-4FE6-8000-E2A452EB3D52}"/>
    <dgm:cxn modelId="{68F7B088-3217-440B-B45C-AE36375E9B41}" srcId="{88945447-47AA-4757-9FAD-231A7C309899}" destId="{DC0A47B2-99D0-48B0-8378-4E28050CFF93}" srcOrd="0" destOrd="0" parTransId="{3E0EBBD9-3967-4429-A543-545C7630340C}" sibTransId="{071FC700-BDBE-4B01-99C8-F15BF257AC56}"/>
    <dgm:cxn modelId="{902093CC-5DA6-4522-89A5-1302B0CF4C22}" type="presOf" srcId="{DC0A47B2-99D0-48B0-8378-4E28050CFF93}" destId="{BDE05F3C-1034-47A5-8F6B-1828DA93382F}" srcOrd="0" destOrd="0" presId="urn:microsoft.com/office/officeart/2005/8/layout/vList5"/>
    <dgm:cxn modelId="{DC9EA2CD-0AF3-4A04-967E-CAA75D705F3D}" type="presOf" srcId="{FCA39613-06B2-4198-82CB-334831F5FC1D}" destId="{3A1E35EA-7126-4273-9FBC-36A9F963EF6A}" srcOrd="0" destOrd="0" presId="urn:microsoft.com/office/officeart/2005/8/layout/vList5"/>
    <dgm:cxn modelId="{BC6BCDA1-FF7C-478F-B22C-A652D6E84206}" type="presParOf" srcId="{BD2D4B33-3E5B-4FD7-9ED7-651974FF3B70}" destId="{89BD95F2-23B6-499B-8DE8-38A95C974089}" srcOrd="0" destOrd="0" presId="urn:microsoft.com/office/officeart/2005/8/layout/vList5"/>
    <dgm:cxn modelId="{5B0791D4-093A-40F0-B2B2-BE18A7BCA21E}" type="presParOf" srcId="{89BD95F2-23B6-499B-8DE8-38A95C974089}" destId="{BDE05F3C-1034-47A5-8F6B-1828DA93382F}" srcOrd="0" destOrd="0" presId="urn:microsoft.com/office/officeart/2005/8/layout/vList5"/>
    <dgm:cxn modelId="{5A7653E9-B888-4A05-A9F7-47B7204A14E9}" type="presParOf" srcId="{BD2D4B33-3E5B-4FD7-9ED7-651974FF3B70}" destId="{B4F2A347-F4DF-44BD-AD4F-C9D8BAEF68F0}" srcOrd="1" destOrd="0" presId="urn:microsoft.com/office/officeart/2005/8/layout/vList5"/>
    <dgm:cxn modelId="{797F22B6-6D70-4218-9137-02E7E8426788}" type="presParOf" srcId="{BD2D4B33-3E5B-4FD7-9ED7-651974FF3B70}" destId="{C71DEE4A-9AFF-4F2A-A271-5403181B3D8A}" srcOrd="2" destOrd="0" presId="urn:microsoft.com/office/officeart/2005/8/layout/vList5"/>
    <dgm:cxn modelId="{F6C81CB2-E845-4A5E-82F1-81FC7C48AB89}" type="presParOf" srcId="{C71DEE4A-9AFF-4F2A-A271-5403181B3D8A}" destId="{CC8F1B4C-FACA-4450-A392-C1AC8AE226E4}" srcOrd="0" destOrd="0" presId="urn:microsoft.com/office/officeart/2005/8/layout/vList5"/>
    <dgm:cxn modelId="{142C3978-4303-4E96-B72E-4B91319555E4}" type="presParOf" srcId="{BD2D4B33-3E5B-4FD7-9ED7-651974FF3B70}" destId="{AFCEC85F-0806-4A06-B314-64A30F4E34F1}" srcOrd="3" destOrd="0" presId="urn:microsoft.com/office/officeart/2005/8/layout/vList5"/>
    <dgm:cxn modelId="{4281AF75-529D-482F-A1C5-9E4E3E270AE7}" type="presParOf" srcId="{BD2D4B33-3E5B-4FD7-9ED7-651974FF3B70}" destId="{AD5F9ECA-5456-4AFE-85E8-41EEA89658D8}" srcOrd="4" destOrd="0" presId="urn:microsoft.com/office/officeart/2005/8/layout/vList5"/>
    <dgm:cxn modelId="{42B2763E-176A-4B8E-A4AD-BF5744DD1410}" type="presParOf" srcId="{AD5F9ECA-5456-4AFE-85E8-41EEA89658D8}" destId="{3A1E35EA-7126-4273-9FBC-36A9F963EF6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0EB0131-2B9C-41B1-B353-D35BFF134C6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2DF5DAD-5694-4152-9A1D-58A045EC09FE}">
      <dgm:prSet/>
      <dgm:spPr/>
      <dgm:t>
        <a:bodyPr/>
        <a:lstStyle/>
        <a:p>
          <a:r>
            <a:rPr lang="en-US"/>
            <a:t>RCP measures the genre distribution of recommended movies.</a:t>
          </a:r>
        </a:p>
      </dgm:t>
    </dgm:pt>
    <dgm:pt modelId="{ABCFE5D1-5902-43AE-BFCF-6F24C0A1692A}" type="parTrans" cxnId="{554788D3-B2BC-423F-B733-90F736E4D950}">
      <dgm:prSet/>
      <dgm:spPr/>
      <dgm:t>
        <a:bodyPr/>
        <a:lstStyle/>
        <a:p>
          <a:endParaRPr lang="en-US"/>
        </a:p>
      </dgm:t>
    </dgm:pt>
    <dgm:pt modelId="{FEEBFA6F-D7A7-4E91-B2EF-85A55D545836}" type="sibTrans" cxnId="{554788D3-B2BC-423F-B733-90F736E4D950}">
      <dgm:prSet/>
      <dgm:spPr/>
      <dgm:t>
        <a:bodyPr/>
        <a:lstStyle/>
        <a:p>
          <a:endParaRPr lang="en-US"/>
        </a:p>
      </dgm:t>
    </dgm:pt>
    <dgm:pt modelId="{232E2BDF-1F0C-426A-9BF9-54C87A372DF4}">
      <dgm:prSet/>
      <dgm:spPr/>
      <dgm:t>
        <a:bodyPr/>
        <a:lstStyle/>
        <a:p>
          <a:r>
            <a:rPr lang="en-US"/>
            <a:t>CCP represents the fair target distribution.</a:t>
          </a:r>
        </a:p>
      </dgm:t>
    </dgm:pt>
    <dgm:pt modelId="{11EE276F-70E0-4CF4-99A8-C30BE6499C55}" type="parTrans" cxnId="{B341E6D7-756E-4AD2-85E7-DE1747CABBEC}">
      <dgm:prSet/>
      <dgm:spPr/>
      <dgm:t>
        <a:bodyPr/>
        <a:lstStyle/>
        <a:p>
          <a:endParaRPr lang="en-US"/>
        </a:p>
      </dgm:t>
    </dgm:pt>
    <dgm:pt modelId="{349FA6B9-4C69-4E68-9B54-26F0E110C8D4}" type="sibTrans" cxnId="{B341E6D7-756E-4AD2-85E7-DE1747CABBEC}">
      <dgm:prSet/>
      <dgm:spPr/>
      <dgm:t>
        <a:bodyPr/>
        <a:lstStyle/>
        <a:p>
          <a:endParaRPr lang="en-US"/>
        </a:p>
      </dgm:t>
    </dgm:pt>
    <dgm:pt modelId="{8B6195C4-4D0C-4A62-97F6-D30F3AC350F1}">
      <dgm:prSet/>
      <dgm:spPr/>
      <dgm:t>
        <a:bodyPr/>
        <a:lstStyle/>
        <a:p>
          <a:r>
            <a:rPr lang="en-US"/>
            <a:t>KL-Divergence measures how biased the recommendations are.</a:t>
          </a:r>
        </a:p>
      </dgm:t>
    </dgm:pt>
    <dgm:pt modelId="{8A9A49E9-A780-4C96-A8F1-3C8BC88BA055}" type="parTrans" cxnId="{E4C4602B-A1A8-4D02-B217-A4CFE229102B}">
      <dgm:prSet/>
      <dgm:spPr/>
      <dgm:t>
        <a:bodyPr/>
        <a:lstStyle/>
        <a:p>
          <a:endParaRPr lang="en-US"/>
        </a:p>
      </dgm:t>
    </dgm:pt>
    <dgm:pt modelId="{EAEB3A83-5695-4D60-8BC6-3077A72DBC08}" type="sibTrans" cxnId="{E4C4602B-A1A8-4D02-B217-A4CFE229102B}">
      <dgm:prSet/>
      <dgm:spPr/>
      <dgm:t>
        <a:bodyPr/>
        <a:lstStyle/>
        <a:p>
          <a:endParaRPr lang="en-US"/>
        </a:p>
      </dgm:t>
    </dgm:pt>
    <dgm:pt modelId="{4C09A62A-68E8-40B2-A05E-060859A17823}" type="pres">
      <dgm:prSet presAssocID="{50EB0131-2B9C-41B1-B353-D35BFF134C66}" presName="root" presStyleCnt="0">
        <dgm:presLayoutVars>
          <dgm:dir/>
          <dgm:resizeHandles val="exact"/>
        </dgm:presLayoutVars>
      </dgm:prSet>
      <dgm:spPr/>
    </dgm:pt>
    <dgm:pt modelId="{4D24F5D9-5B5F-4E96-825B-973CFA23DE28}" type="pres">
      <dgm:prSet presAssocID="{22DF5DAD-5694-4152-9A1D-58A045EC09FE}" presName="compNode" presStyleCnt="0"/>
      <dgm:spPr/>
    </dgm:pt>
    <dgm:pt modelId="{7BC94560-0C38-4229-B083-E2AD30FAE061}" type="pres">
      <dgm:prSet presAssocID="{22DF5DAD-5694-4152-9A1D-58A045EC09FE}" presName="bgRect" presStyleLbl="bgShp" presStyleIdx="0" presStyleCnt="3"/>
      <dgm:spPr/>
    </dgm:pt>
    <dgm:pt modelId="{97777D5A-97A0-45B4-BC15-82BD2F2C3141}" type="pres">
      <dgm:prSet presAssocID="{22DF5DAD-5694-4152-9A1D-58A045EC09F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4AF5C915-88C6-4B4E-9A09-49E5DAF18217}" type="pres">
      <dgm:prSet presAssocID="{22DF5DAD-5694-4152-9A1D-58A045EC09FE}" presName="spaceRect" presStyleCnt="0"/>
      <dgm:spPr/>
    </dgm:pt>
    <dgm:pt modelId="{CC384941-73E9-4B8C-968E-BB8EA15380AA}" type="pres">
      <dgm:prSet presAssocID="{22DF5DAD-5694-4152-9A1D-58A045EC09FE}" presName="parTx" presStyleLbl="revTx" presStyleIdx="0" presStyleCnt="3">
        <dgm:presLayoutVars>
          <dgm:chMax val="0"/>
          <dgm:chPref val="0"/>
        </dgm:presLayoutVars>
      </dgm:prSet>
      <dgm:spPr/>
    </dgm:pt>
    <dgm:pt modelId="{B1064D5B-7E68-4ED3-BF66-AF6EDB3D6516}" type="pres">
      <dgm:prSet presAssocID="{FEEBFA6F-D7A7-4E91-B2EF-85A55D545836}" presName="sibTrans" presStyleCnt="0"/>
      <dgm:spPr/>
    </dgm:pt>
    <dgm:pt modelId="{7610E195-FC4C-4578-84C7-43FC7E104557}" type="pres">
      <dgm:prSet presAssocID="{232E2BDF-1F0C-426A-9BF9-54C87A372DF4}" presName="compNode" presStyleCnt="0"/>
      <dgm:spPr/>
    </dgm:pt>
    <dgm:pt modelId="{B0C06C8A-EFBE-4D3E-A832-CE47B2762327}" type="pres">
      <dgm:prSet presAssocID="{232E2BDF-1F0C-426A-9BF9-54C87A372DF4}" presName="bgRect" presStyleLbl="bgShp" presStyleIdx="1" presStyleCnt="3"/>
      <dgm:spPr/>
    </dgm:pt>
    <dgm:pt modelId="{7E2915F8-59E6-483E-B346-97A8B8655C1C}" type="pres">
      <dgm:prSet presAssocID="{232E2BDF-1F0C-426A-9BF9-54C87A372DF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BEAD49EA-F532-48E5-B96D-06BE28486A51}" type="pres">
      <dgm:prSet presAssocID="{232E2BDF-1F0C-426A-9BF9-54C87A372DF4}" presName="spaceRect" presStyleCnt="0"/>
      <dgm:spPr/>
    </dgm:pt>
    <dgm:pt modelId="{587B0C61-2A48-4A9F-AE4F-18D2E9EAD19A}" type="pres">
      <dgm:prSet presAssocID="{232E2BDF-1F0C-426A-9BF9-54C87A372DF4}" presName="parTx" presStyleLbl="revTx" presStyleIdx="1" presStyleCnt="3">
        <dgm:presLayoutVars>
          <dgm:chMax val="0"/>
          <dgm:chPref val="0"/>
        </dgm:presLayoutVars>
      </dgm:prSet>
      <dgm:spPr/>
    </dgm:pt>
    <dgm:pt modelId="{D85CE31E-7213-4399-A2DB-4C33197B1FCE}" type="pres">
      <dgm:prSet presAssocID="{349FA6B9-4C69-4E68-9B54-26F0E110C8D4}" presName="sibTrans" presStyleCnt="0"/>
      <dgm:spPr/>
    </dgm:pt>
    <dgm:pt modelId="{8C8073BC-9DF9-4EB3-A956-3A5585815435}" type="pres">
      <dgm:prSet presAssocID="{8B6195C4-4D0C-4A62-97F6-D30F3AC350F1}" presName="compNode" presStyleCnt="0"/>
      <dgm:spPr/>
    </dgm:pt>
    <dgm:pt modelId="{D8849C84-5FDC-44AC-8A64-38B81D8B791A}" type="pres">
      <dgm:prSet presAssocID="{8B6195C4-4D0C-4A62-97F6-D30F3AC350F1}" presName="bgRect" presStyleLbl="bgShp" presStyleIdx="2" presStyleCnt="3"/>
      <dgm:spPr/>
    </dgm:pt>
    <dgm:pt modelId="{08213DB4-EF1F-4CB7-AE8C-11B7D134F180}" type="pres">
      <dgm:prSet presAssocID="{8B6195C4-4D0C-4A62-97F6-D30F3AC350F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50B3231C-3A56-4A32-BE28-A7550B3A0390}" type="pres">
      <dgm:prSet presAssocID="{8B6195C4-4D0C-4A62-97F6-D30F3AC350F1}" presName="spaceRect" presStyleCnt="0"/>
      <dgm:spPr/>
    </dgm:pt>
    <dgm:pt modelId="{104EA299-AFA7-4D0E-8C10-BEA866682A56}" type="pres">
      <dgm:prSet presAssocID="{8B6195C4-4D0C-4A62-97F6-D30F3AC350F1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44451E17-E9B4-4D4E-A242-E3951AAEDBDC}" type="presOf" srcId="{50EB0131-2B9C-41B1-B353-D35BFF134C66}" destId="{4C09A62A-68E8-40B2-A05E-060859A17823}" srcOrd="0" destOrd="0" presId="urn:microsoft.com/office/officeart/2018/2/layout/IconVerticalSolidList"/>
    <dgm:cxn modelId="{E4C4602B-A1A8-4D02-B217-A4CFE229102B}" srcId="{50EB0131-2B9C-41B1-B353-D35BFF134C66}" destId="{8B6195C4-4D0C-4A62-97F6-D30F3AC350F1}" srcOrd="2" destOrd="0" parTransId="{8A9A49E9-A780-4C96-A8F1-3C8BC88BA055}" sibTransId="{EAEB3A83-5695-4D60-8BC6-3077A72DBC08}"/>
    <dgm:cxn modelId="{2D74EC72-6C0A-4B35-9FBE-E783D835E8D4}" type="presOf" srcId="{22DF5DAD-5694-4152-9A1D-58A045EC09FE}" destId="{CC384941-73E9-4B8C-968E-BB8EA15380AA}" srcOrd="0" destOrd="0" presId="urn:microsoft.com/office/officeart/2018/2/layout/IconVerticalSolidList"/>
    <dgm:cxn modelId="{DEC336C1-0F02-486F-8507-F9BE81FDAFBB}" type="presOf" srcId="{232E2BDF-1F0C-426A-9BF9-54C87A372DF4}" destId="{587B0C61-2A48-4A9F-AE4F-18D2E9EAD19A}" srcOrd="0" destOrd="0" presId="urn:microsoft.com/office/officeart/2018/2/layout/IconVerticalSolidList"/>
    <dgm:cxn modelId="{554788D3-B2BC-423F-B733-90F736E4D950}" srcId="{50EB0131-2B9C-41B1-B353-D35BFF134C66}" destId="{22DF5DAD-5694-4152-9A1D-58A045EC09FE}" srcOrd="0" destOrd="0" parTransId="{ABCFE5D1-5902-43AE-BFCF-6F24C0A1692A}" sibTransId="{FEEBFA6F-D7A7-4E91-B2EF-85A55D545836}"/>
    <dgm:cxn modelId="{B341E6D7-756E-4AD2-85E7-DE1747CABBEC}" srcId="{50EB0131-2B9C-41B1-B353-D35BFF134C66}" destId="{232E2BDF-1F0C-426A-9BF9-54C87A372DF4}" srcOrd="1" destOrd="0" parTransId="{11EE276F-70E0-4CF4-99A8-C30BE6499C55}" sibTransId="{349FA6B9-4C69-4E68-9B54-26F0E110C8D4}"/>
    <dgm:cxn modelId="{542325F8-27C9-43BD-B0AB-D84A803DEA13}" type="presOf" srcId="{8B6195C4-4D0C-4A62-97F6-D30F3AC350F1}" destId="{104EA299-AFA7-4D0E-8C10-BEA866682A56}" srcOrd="0" destOrd="0" presId="urn:microsoft.com/office/officeart/2018/2/layout/IconVerticalSolidList"/>
    <dgm:cxn modelId="{3CD15B3C-A9D9-4089-B1D5-14E167F2D2B9}" type="presParOf" srcId="{4C09A62A-68E8-40B2-A05E-060859A17823}" destId="{4D24F5D9-5B5F-4E96-825B-973CFA23DE28}" srcOrd="0" destOrd="0" presId="urn:microsoft.com/office/officeart/2018/2/layout/IconVerticalSolidList"/>
    <dgm:cxn modelId="{0B0BDDBE-54B9-4F52-B23B-1ED7A014DA8D}" type="presParOf" srcId="{4D24F5D9-5B5F-4E96-825B-973CFA23DE28}" destId="{7BC94560-0C38-4229-B083-E2AD30FAE061}" srcOrd="0" destOrd="0" presId="urn:microsoft.com/office/officeart/2018/2/layout/IconVerticalSolidList"/>
    <dgm:cxn modelId="{D5BBF8F2-3B5B-4864-B2A9-31CF6908177B}" type="presParOf" srcId="{4D24F5D9-5B5F-4E96-825B-973CFA23DE28}" destId="{97777D5A-97A0-45B4-BC15-82BD2F2C3141}" srcOrd="1" destOrd="0" presId="urn:microsoft.com/office/officeart/2018/2/layout/IconVerticalSolidList"/>
    <dgm:cxn modelId="{386D64AD-407D-41E3-ADDA-27086E817B3C}" type="presParOf" srcId="{4D24F5D9-5B5F-4E96-825B-973CFA23DE28}" destId="{4AF5C915-88C6-4B4E-9A09-49E5DAF18217}" srcOrd="2" destOrd="0" presId="urn:microsoft.com/office/officeart/2018/2/layout/IconVerticalSolidList"/>
    <dgm:cxn modelId="{DFC2C470-B74D-4F6B-B61E-D7761A03F28C}" type="presParOf" srcId="{4D24F5D9-5B5F-4E96-825B-973CFA23DE28}" destId="{CC384941-73E9-4B8C-968E-BB8EA15380AA}" srcOrd="3" destOrd="0" presId="urn:microsoft.com/office/officeart/2018/2/layout/IconVerticalSolidList"/>
    <dgm:cxn modelId="{2ED699A0-C381-42F9-B213-2030942CB1BC}" type="presParOf" srcId="{4C09A62A-68E8-40B2-A05E-060859A17823}" destId="{B1064D5B-7E68-4ED3-BF66-AF6EDB3D6516}" srcOrd="1" destOrd="0" presId="urn:microsoft.com/office/officeart/2018/2/layout/IconVerticalSolidList"/>
    <dgm:cxn modelId="{9C41ABDC-892A-4589-B5CF-B0754E24CCC0}" type="presParOf" srcId="{4C09A62A-68E8-40B2-A05E-060859A17823}" destId="{7610E195-FC4C-4578-84C7-43FC7E104557}" srcOrd="2" destOrd="0" presId="urn:microsoft.com/office/officeart/2018/2/layout/IconVerticalSolidList"/>
    <dgm:cxn modelId="{409B51AC-7B40-4562-A2DB-7945B4170ED8}" type="presParOf" srcId="{7610E195-FC4C-4578-84C7-43FC7E104557}" destId="{B0C06C8A-EFBE-4D3E-A832-CE47B2762327}" srcOrd="0" destOrd="0" presId="urn:microsoft.com/office/officeart/2018/2/layout/IconVerticalSolidList"/>
    <dgm:cxn modelId="{B4F53EF0-48D4-4DE3-8FA1-E097923C64DB}" type="presParOf" srcId="{7610E195-FC4C-4578-84C7-43FC7E104557}" destId="{7E2915F8-59E6-483E-B346-97A8B8655C1C}" srcOrd="1" destOrd="0" presId="urn:microsoft.com/office/officeart/2018/2/layout/IconVerticalSolidList"/>
    <dgm:cxn modelId="{0AF53AD0-F715-42B6-A498-EB56748ABA77}" type="presParOf" srcId="{7610E195-FC4C-4578-84C7-43FC7E104557}" destId="{BEAD49EA-F532-48E5-B96D-06BE28486A51}" srcOrd="2" destOrd="0" presId="urn:microsoft.com/office/officeart/2018/2/layout/IconVerticalSolidList"/>
    <dgm:cxn modelId="{28BE81CD-22E3-4729-843B-C23C226A60E5}" type="presParOf" srcId="{7610E195-FC4C-4578-84C7-43FC7E104557}" destId="{587B0C61-2A48-4A9F-AE4F-18D2E9EAD19A}" srcOrd="3" destOrd="0" presId="urn:microsoft.com/office/officeart/2018/2/layout/IconVerticalSolidList"/>
    <dgm:cxn modelId="{3B8212A1-5F78-47B1-AC90-EC0A2F5B8C6A}" type="presParOf" srcId="{4C09A62A-68E8-40B2-A05E-060859A17823}" destId="{D85CE31E-7213-4399-A2DB-4C33197B1FCE}" srcOrd="3" destOrd="0" presId="urn:microsoft.com/office/officeart/2018/2/layout/IconVerticalSolidList"/>
    <dgm:cxn modelId="{ACBBC872-FA66-4AE4-A870-29F4BF57575E}" type="presParOf" srcId="{4C09A62A-68E8-40B2-A05E-060859A17823}" destId="{8C8073BC-9DF9-4EB3-A956-3A5585815435}" srcOrd="4" destOrd="0" presId="urn:microsoft.com/office/officeart/2018/2/layout/IconVerticalSolidList"/>
    <dgm:cxn modelId="{891AB48A-ACE5-48D9-B7EE-C1BF8E6BE340}" type="presParOf" srcId="{8C8073BC-9DF9-4EB3-A956-3A5585815435}" destId="{D8849C84-5FDC-44AC-8A64-38B81D8B791A}" srcOrd="0" destOrd="0" presId="urn:microsoft.com/office/officeart/2018/2/layout/IconVerticalSolidList"/>
    <dgm:cxn modelId="{E12F7327-A717-4E11-89DE-EE801474A586}" type="presParOf" srcId="{8C8073BC-9DF9-4EB3-A956-3A5585815435}" destId="{08213DB4-EF1F-4CB7-AE8C-11B7D134F180}" srcOrd="1" destOrd="0" presId="urn:microsoft.com/office/officeart/2018/2/layout/IconVerticalSolidList"/>
    <dgm:cxn modelId="{84DFF130-DCCE-4FE3-8F84-F1EBD5AF59C8}" type="presParOf" srcId="{8C8073BC-9DF9-4EB3-A956-3A5585815435}" destId="{50B3231C-3A56-4A32-BE28-A7550B3A0390}" srcOrd="2" destOrd="0" presId="urn:microsoft.com/office/officeart/2018/2/layout/IconVerticalSolidList"/>
    <dgm:cxn modelId="{5D460B1D-2420-43CD-904F-A3F6F89ED3C1}" type="presParOf" srcId="{8C8073BC-9DF9-4EB3-A956-3A5585815435}" destId="{104EA299-AFA7-4D0E-8C10-BEA866682A5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9F4B36-75B2-48CB-A813-EAF61E17347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16D5BF0-2332-4EE1-A1E6-00C975755415}">
      <dgm:prSet/>
      <dgm:spPr/>
      <dgm:t>
        <a:bodyPr/>
        <a:lstStyle/>
        <a:p>
          <a:r>
            <a:rPr lang="el-GR"/>
            <a:t>β </a:t>
          </a:r>
          <a:r>
            <a:rPr lang="en-US"/>
            <a:t>controls the balance between relevance and fairness.</a:t>
          </a:r>
        </a:p>
      </dgm:t>
    </dgm:pt>
    <dgm:pt modelId="{1C7C6509-2FDB-4D04-B474-47AA5522D605}" type="parTrans" cxnId="{736E681F-9B59-4919-8A8D-D977C833520B}">
      <dgm:prSet/>
      <dgm:spPr/>
      <dgm:t>
        <a:bodyPr/>
        <a:lstStyle/>
        <a:p>
          <a:endParaRPr lang="en-US"/>
        </a:p>
      </dgm:t>
    </dgm:pt>
    <dgm:pt modelId="{93271B5E-B5EB-436C-81C9-D62E83EBDA88}" type="sibTrans" cxnId="{736E681F-9B59-4919-8A8D-D977C833520B}">
      <dgm:prSet/>
      <dgm:spPr/>
      <dgm:t>
        <a:bodyPr/>
        <a:lstStyle/>
        <a:p>
          <a:endParaRPr lang="en-US"/>
        </a:p>
      </dgm:t>
    </dgm:pt>
    <dgm:pt modelId="{D39DD775-1D32-4092-9820-F09CB5A0D9AB}">
      <dgm:prSet/>
      <dgm:spPr/>
      <dgm:t>
        <a:bodyPr/>
        <a:lstStyle/>
        <a:p>
          <a:r>
            <a:rPr lang="el-GR"/>
            <a:t>β = 0.5 </a:t>
          </a:r>
          <a:r>
            <a:rPr lang="en-US"/>
            <a:t>gave the best balance in our experiments.</a:t>
          </a:r>
        </a:p>
      </dgm:t>
    </dgm:pt>
    <dgm:pt modelId="{F9FF5614-4793-4CFC-96F3-EB611E589D65}" type="parTrans" cxnId="{6E5C99C7-19DE-4CCD-9562-07726197BEEF}">
      <dgm:prSet/>
      <dgm:spPr/>
      <dgm:t>
        <a:bodyPr/>
        <a:lstStyle/>
        <a:p>
          <a:endParaRPr lang="en-US"/>
        </a:p>
      </dgm:t>
    </dgm:pt>
    <dgm:pt modelId="{D6CF5760-71A7-4F82-B2BA-10F1CBF7E49B}" type="sibTrans" cxnId="{6E5C99C7-19DE-4CCD-9562-07726197BEEF}">
      <dgm:prSet/>
      <dgm:spPr/>
      <dgm:t>
        <a:bodyPr/>
        <a:lstStyle/>
        <a:p>
          <a:endParaRPr lang="en-US"/>
        </a:p>
      </dgm:t>
    </dgm:pt>
    <dgm:pt modelId="{49720DA3-8CF5-4907-B02E-E61102429195}">
      <dgm:prSet/>
      <dgm:spPr/>
      <dgm:t>
        <a:bodyPr/>
        <a:lstStyle/>
        <a:p>
          <a:r>
            <a:rPr lang="en-US"/>
            <a:t>Very high </a:t>
          </a:r>
          <a:r>
            <a:rPr lang="el-GR"/>
            <a:t>β </a:t>
          </a:r>
          <a:r>
            <a:rPr lang="en-US"/>
            <a:t>reduces HitRate and NDCG because fairness dominates relevance.</a:t>
          </a:r>
        </a:p>
      </dgm:t>
    </dgm:pt>
    <dgm:pt modelId="{F6DC9967-675D-46C7-BAE8-6A49C9256850}" type="parTrans" cxnId="{406B45A7-8ABF-4DA9-BA95-0D313807A308}">
      <dgm:prSet/>
      <dgm:spPr/>
      <dgm:t>
        <a:bodyPr/>
        <a:lstStyle/>
        <a:p>
          <a:endParaRPr lang="en-US"/>
        </a:p>
      </dgm:t>
    </dgm:pt>
    <dgm:pt modelId="{6B76ED0D-3297-4C9F-8AB7-8C727D003E70}" type="sibTrans" cxnId="{406B45A7-8ABF-4DA9-BA95-0D313807A308}">
      <dgm:prSet/>
      <dgm:spPr/>
      <dgm:t>
        <a:bodyPr/>
        <a:lstStyle/>
        <a:p>
          <a:endParaRPr lang="en-US"/>
        </a:p>
      </dgm:t>
    </dgm:pt>
    <dgm:pt modelId="{48BDC6DC-EE32-4121-92D1-6DA8E22C2722}" type="pres">
      <dgm:prSet presAssocID="{EB9F4B36-75B2-48CB-A813-EAF61E173478}" presName="root" presStyleCnt="0">
        <dgm:presLayoutVars>
          <dgm:dir/>
          <dgm:resizeHandles val="exact"/>
        </dgm:presLayoutVars>
      </dgm:prSet>
      <dgm:spPr/>
    </dgm:pt>
    <dgm:pt modelId="{0CA9287E-6705-4D91-A712-EF3DA032F8F8}" type="pres">
      <dgm:prSet presAssocID="{816D5BF0-2332-4EE1-A1E6-00C975755415}" presName="compNode" presStyleCnt="0"/>
      <dgm:spPr/>
    </dgm:pt>
    <dgm:pt modelId="{3F40C512-D6E3-43D0-A312-0652D9CB58E0}" type="pres">
      <dgm:prSet presAssocID="{816D5BF0-2332-4EE1-A1E6-00C975755415}" presName="bgRect" presStyleLbl="bgShp" presStyleIdx="0" presStyleCnt="3" custLinFactNeighborX="10766" custLinFactNeighborY="-47642"/>
      <dgm:spPr/>
    </dgm:pt>
    <dgm:pt modelId="{CFE5FDA8-0E04-4AD1-A93B-FBED7A4E0AD5}" type="pres">
      <dgm:prSet presAssocID="{816D5BF0-2332-4EE1-A1E6-00C97575541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6AD60075-714F-4C0F-A5E1-57A71CA96B2A}" type="pres">
      <dgm:prSet presAssocID="{816D5BF0-2332-4EE1-A1E6-00C975755415}" presName="spaceRect" presStyleCnt="0"/>
      <dgm:spPr/>
    </dgm:pt>
    <dgm:pt modelId="{9843333F-986E-46FE-B985-87BD3C330D51}" type="pres">
      <dgm:prSet presAssocID="{816D5BF0-2332-4EE1-A1E6-00C975755415}" presName="parTx" presStyleLbl="revTx" presStyleIdx="0" presStyleCnt="3">
        <dgm:presLayoutVars>
          <dgm:chMax val="0"/>
          <dgm:chPref val="0"/>
        </dgm:presLayoutVars>
      </dgm:prSet>
      <dgm:spPr/>
    </dgm:pt>
    <dgm:pt modelId="{67F8D373-9E41-466D-9E99-3C16FDCF92D6}" type="pres">
      <dgm:prSet presAssocID="{93271B5E-B5EB-436C-81C9-D62E83EBDA88}" presName="sibTrans" presStyleCnt="0"/>
      <dgm:spPr/>
    </dgm:pt>
    <dgm:pt modelId="{8FD5F67E-EEFA-4AFD-B5CF-731177BBBBC7}" type="pres">
      <dgm:prSet presAssocID="{D39DD775-1D32-4092-9820-F09CB5A0D9AB}" presName="compNode" presStyleCnt="0"/>
      <dgm:spPr/>
    </dgm:pt>
    <dgm:pt modelId="{289D7C48-A48B-4477-96BF-9D350FA7A731}" type="pres">
      <dgm:prSet presAssocID="{D39DD775-1D32-4092-9820-F09CB5A0D9AB}" presName="bgRect" presStyleLbl="bgShp" presStyleIdx="1" presStyleCnt="3"/>
      <dgm:spPr/>
    </dgm:pt>
    <dgm:pt modelId="{A73A5648-58F1-49AF-BAFB-204E92B79F88}" type="pres">
      <dgm:prSet presAssocID="{D39DD775-1D32-4092-9820-F09CB5A0D9A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8CCB1C8-D7D6-4B10-9569-0F723AB94131}" type="pres">
      <dgm:prSet presAssocID="{D39DD775-1D32-4092-9820-F09CB5A0D9AB}" presName="spaceRect" presStyleCnt="0"/>
      <dgm:spPr/>
    </dgm:pt>
    <dgm:pt modelId="{92FF2F33-D0A3-41BE-A90B-61BF58537407}" type="pres">
      <dgm:prSet presAssocID="{D39DD775-1D32-4092-9820-F09CB5A0D9AB}" presName="parTx" presStyleLbl="revTx" presStyleIdx="1" presStyleCnt="3">
        <dgm:presLayoutVars>
          <dgm:chMax val="0"/>
          <dgm:chPref val="0"/>
        </dgm:presLayoutVars>
      </dgm:prSet>
      <dgm:spPr/>
    </dgm:pt>
    <dgm:pt modelId="{7A245D6B-DC11-410C-A2EF-8F839D090CED}" type="pres">
      <dgm:prSet presAssocID="{D6CF5760-71A7-4F82-B2BA-10F1CBF7E49B}" presName="sibTrans" presStyleCnt="0"/>
      <dgm:spPr/>
    </dgm:pt>
    <dgm:pt modelId="{B07842DF-7C3C-4657-84BC-FAEF32EB130C}" type="pres">
      <dgm:prSet presAssocID="{49720DA3-8CF5-4907-B02E-E61102429195}" presName="compNode" presStyleCnt="0"/>
      <dgm:spPr/>
    </dgm:pt>
    <dgm:pt modelId="{109A435E-7EF7-4FF8-A4FC-06C89C447CD7}" type="pres">
      <dgm:prSet presAssocID="{49720DA3-8CF5-4907-B02E-E61102429195}" presName="bgRect" presStyleLbl="bgShp" presStyleIdx="2" presStyleCnt="3"/>
      <dgm:spPr/>
    </dgm:pt>
    <dgm:pt modelId="{D5C47773-83D8-4FFF-9460-3C0F2C0B9604}" type="pres">
      <dgm:prSet presAssocID="{49720DA3-8CF5-4907-B02E-E6110242919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Ποτήρι ζέσεως"/>
        </a:ext>
      </dgm:extLst>
    </dgm:pt>
    <dgm:pt modelId="{FDA5EE23-C5BF-4EF9-B006-7667F9CC1E1F}" type="pres">
      <dgm:prSet presAssocID="{49720DA3-8CF5-4907-B02E-E61102429195}" presName="spaceRect" presStyleCnt="0"/>
      <dgm:spPr/>
    </dgm:pt>
    <dgm:pt modelId="{9B0101AC-782B-4968-A744-8923BD3064C5}" type="pres">
      <dgm:prSet presAssocID="{49720DA3-8CF5-4907-B02E-E6110242919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36E681F-9B59-4919-8A8D-D977C833520B}" srcId="{EB9F4B36-75B2-48CB-A813-EAF61E173478}" destId="{816D5BF0-2332-4EE1-A1E6-00C975755415}" srcOrd="0" destOrd="0" parTransId="{1C7C6509-2FDB-4D04-B474-47AA5522D605}" sibTransId="{93271B5E-B5EB-436C-81C9-D62E83EBDA88}"/>
    <dgm:cxn modelId="{F0B91934-FE26-45E7-B886-CE0CA8BBB8C0}" type="presOf" srcId="{D39DD775-1D32-4092-9820-F09CB5A0D9AB}" destId="{92FF2F33-D0A3-41BE-A90B-61BF58537407}" srcOrd="0" destOrd="0" presId="urn:microsoft.com/office/officeart/2018/2/layout/IconVerticalSolidList"/>
    <dgm:cxn modelId="{16F52F35-F2C0-43ED-AEE9-3448F725F647}" type="presOf" srcId="{816D5BF0-2332-4EE1-A1E6-00C975755415}" destId="{9843333F-986E-46FE-B985-87BD3C330D51}" srcOrd="0" destOrd="0" presId="urn:microsoft.com/office/officeart/2018/2/layout/IconVerticalSolidList"/>
    <dgm:cxn modelId="{2648147E-C052-41CE-8039-1181F31E88B1}" type="presOf" srcId="{EB9F4B36-75B2-48CB-A813-EAF61E173478}" destId="{48BDC6DC-EE32-4121-92D1-6DA8E22C2722}" srcOrd="0" destOrd="0" presId="urn:microsoft.com/office/officeart/2018/2/layout/IconVerticalSolidList"/>
    <dgm:cxn modelId="{406B45A7-8ABF-4DA9-BA95-0D313807A308}" srcId="{EB9F4B36-75B2-48CB-A813-EAF61E173478}" destId="{49720DA3-8CF5-4907-B02E-E61102429195}" srcOrd="2" destOrd="0" parTransId="{F6DC9967-675D-46C7-BAE8-6A49C9256850}" sibTransId="{6B76ED0D-3297-4C9F-8AB7-8C727D003E70}"/>
    <dgm:cxn modelId="{2BD005C1-0A99-4C62-B162-E05BABDE8358}" type="presOf" srcId="{49720DA3-8CF5-4907-B02E-E61102429195}" destId="{9B0101AC-782B-4968-A744-8923BD3064C5}" srcOrd="0" destOrd="0" presId="urn:microsoft.com/office/officeart/2018/2/layout/IconVerticalSolidList"/>
    <dgm:cxn modelId="{6E5C99C7-19DE-4CCD-9562-07726197BEEF}" srcId="{EB9F4B36-75B2-48CB-A813-EAF61E173478}" destId="{D39DD775-1D32-4092-9820-F09CB5A0D9AB}" srcOrd="1" destOrd="0" parTransId="{F9FF5614-4793-4CFC-96F3-EB611E589D65}" sibTransId="{D6CF5760-71A7-4F82-B2BA-10F1CBF7E49B}"/>
    <dgm:cxn modelId="{83367F4C-56FD-42AD-8005-D2516C31D781}" type="presParOf" srcId="{48BDC6DC-EE32-4121-92D1-6DA8E22C2722}" destId="{0CA9287E-6705-4D91-A712-EF3DA032F8F8}" srcOrd="0" destOrd="0" presId="urn:microsoft.com/office/officeart/2018/2/layout/IconVerticalSolidList"/>
    <dgm:cxn modelId="{8A78CD43-3092-4D08-AB04-4CA5DA961802}" type="presParOf" srcId="{0CA9287E-6705-4D91-A712-EF3DA032F8F8}" destId="{3F40C512-D6E3-43D0-A312-0652D9CB58E0}" srcOrd="0" destOrd="0" presId="urn:microsoft.com/office/officeart/2018/2/layout/IconVerticalSolidList"/>
    <dgm:cxn modelId="{63431EEA-EFC8-439D-93D5-167E2B9046B1}" type="presParOf" srcId="{0CA9287E-6705-4D91-A712-EF3DA032F8F8}" destId="{CFE5FDA8-0E04-4AD1-A93B-FBED7A4E0AD5}" srcOrd="1" destOrd="0" presId="urn:microsoft.com/office/officeart/2018/2/layout/IconVerticalSolidList"/>
    <dgm:cxn modelId="{34977D82-8C93-47CA-836B-90E4358FAB75}" type="presParOf" srcId="{0CA9287E-6705-4D91-A712-EF3DA032F8F8}" destId="{6AD60075-714F-4C0F-A5E1-57A71CA96B2A}" srcOrd="2" destOrd="0" presId="urn:microsoft.com/office/officeart/2018/2/layout/IconVerticalSolidList"/>
    <dgm:cxn modelId="{94D5EEF0-B283-404A-86CB-BF232056BA58}" type="presParOf" srcId="{0CA9287E-6705-4D91-A712-EF3DA032F8F8}" destId="{9843333F-986E-46FE-B985-87BD3C330D51}" srcOrd="3" destOrd="0" presId="urn:microsoft.com/office/officeart/2018/2/layout/IconVerticalSolidList"/>
    <dgm:cxn modelId="{34A5295C-69C8-42C3-9E28-734CF1DC5C9A}" type="presParOf" srcId="{48BDC6DC-EE32-4121-92D1-6DA8E22C2722}" destId="{67F8D373-9E41-466D-9E99-3C16FDCF92D6}" srcOrd="1" destOrd="0" presId="urn:microsoft.com/office/officeart/2018/2/layout/IconVerticalSolidList"/>
    <dgm:cxn modelId="{97192E5D-CA8F-44A3-AA9E-540176248D17}" type="presParOf" srcId="{48BDC6DC-EE32-4121-92D1-6DA8E22C2722}" destId="{8FD5F67E-EEFA-4AFD-B5CF-731177BBBBC7}" srcOrd="2" destOrd="0" presId="urn:microsoft.com/office/officeart/2018/2/layout/IconVerticalSolidList"/>
    <dgm:cxn modelId="{A920E21F-D110-454D-BFF3-5F4ECD2471FB}" type="presParOf" srcId="{8FD5F67E-EEFA-4AFD-B5CF-731177BBBBC7}" destId="{289D7C48-A48B-4477-96BF-9D350FA7A731}" srcOrd="0" destOrd="0" presId="urn:microsoft.com/office/officeart/2018/2/layout/IconVerticalSolidList"/>
    <dgm:cxn modelId="{CF25F666-BC77-40E0-86F6-639AB1577BE1}" type="presParOf" srcId="{8FD5F67E-EEFA-4AFD-B5CF-731177BBBBC7}" destId="{A73A5648-58F1-49AF-BAFB-204E92B79F88}" srcOrd="1" destOrd="0" presId="urn:microsoft.com/office/officeart/2018/2/layout/IconVerticalSolidList"/>
    <dgm:cxn modelId="{FD10DAC2-C514-4585-833C-072104DCD4D6}" type="presParOf" srcId="{8FD5F67E-EEFA-4AFD-B5CF-731177BBBBC7}" destId="{68CCB1C8-D7D6-4B10-9569-0F723AB94131}" srcOrd="2" destOrd="0" presId="urn:microsoft.com/office/officeart/2018/2/layout/IconVerticalSolidList"/>
    <dgm:cxn modelId="{15AEEE9C-8412-48E2-B3F7-02909E7B6D36}" type="presParOf" srcId="{8FD5F67E-EEFA-4AFD-B5CF-731177BBBBC7}" destId="{92FF2F33-D0A3-41BE-A90B-61BF58537407}" srcOrd="3" destOrd="0" presId="urn:microsoft.com/office/officeart/2018/2/layout/IconVerticalSolidList"/>
    <dgm:cxn modelId="{A64A5CA3-7AE7-49CD-B903-DAD4917C2BDF}" type="presParOf" srcId="{48BDC6DC-EE32-4121-92D1-6DA8E22C2722}" destId="{7A245D6B-DC11-410C-A2EF-8F839D090CED}" srcOrd="3" destOrd="0" presId="urn:microsoft.com/office/officeart/2018/2/layout/IconVerticalSolidList"/>
    <dgm:cxn modelId="{98A2223F-0A45-4431-A319-BBCE3978064F}" type="presParOf" srcId="{48BDC6DC-EE32-4121-92D1-6DA8E22C2722}" destId="{B07842DF-7C3C-4657-84BC-FAEF32EB130C}" srcOrd="4" destOrd="0" presId="urn:microsoft.com/office/officeart/2018/2/layout/IconVerticalSolidList"/>
    <dgm:cxn modelId="{19A9F43B-558A-4E8D-80D8-A09D03413CB2}" type="presParOf" srcId="{B07842DF-7C3C-4657-84BC-FAEF32EB130C}" destId="{109A435E-7EF7-4FF8-A4FC-06C89C447CD7}" srcOrd="0" destOrd="0" presId="urn:microsoft.com/office/officeart/2018/2/layout/IconVerticalSolidList"/>
    <dgm:cxn modelId="{DA60B01D-92A4-43B3-84CE-EEC59B49626A}" type="presParOf" srcId="{B07842DF-7C3C-4657-84BC-FAEF32EB130C}" destId="{D5C47773-83D8-4FFF-9460-3C0F2C0B9604}" srcOrd="1" destOrd="0" presId="urn:microsoft.com/office/officeart/2018/2/layout/IconVerticalSolidList"/>
    <dgm:cxn modelId="{84CC2E7C-6789-4075-84E1-131B7D9A8AD3}" type="presParOf" srcId="{B07842DF-7C3C-4657-84BC-FAEF32EB130C}" destId="{FDA5EE23-C5BF-4EF9-B006-7667F9CC1E1F}" srcOrd="2" destOrd="0" presId="urn:microsoft.com/office/officeart/2018/2/layout/IconVerticalSolidList"/>
    <dgm:cxn modelId="{6B79580E-3518-468C-BDF8-46FE635AAA9B}" type="presParOf" srcId="{B07842DF-7C3C-4657-84BC-FAEF32EB130C}" destId="{9B0101AC-782B-4968-A744-8923BD3064C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2FDD0E1-2D27-413F-B471-850ADC41A086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341F5E9-1897-456E-A5AD-17CEEAF5CAE8}">
      <dgm:prSet/>
      <dgm:spPr/>
      <dgm:t>
        <a:bodyPr/>
        <a:lstStyle/>
        <a:p>
          <a:r>
            <a:rPr lang="en-US" dirty="0"/>
            <a:t>Instead of one </a:t>
          </a:r>
          <a:r>
            <a:rPr lang="el-GR" dirty="0"/>
            <a:t>β </a:t>
          </a:r>
          <a:r>
            <a:rPr lang="en-US" dirty="0"/>
            <a:t>for all users, each user gets a personalized </a:t>
          </a:r>
          <a:r>
            <a:rPr lang="el-GR" dirty="0"/>
            <a:t>β.</a:t>
          </a:r>
          <a:endParaRPr lang="en-US" dirty="0"/>
        </a:p>
      </dgm:t>
    </dgm:pt>
    <dgm:pt modelId="{F851D736-CFBF-456F-A08C-E8B89DDE95C4}" type="parTrans" cxnId="{279AD505-62CD-49A0-A6AD-38E18E61895B}">
      <dgm:prSet/>
      <dgm:spPr/>
      <dgm:t>
        <a:bodyPr/>
        <a:lstStyle/>
        <a:p>
          <a:endParaRPr lang="en-US"/>
        </a:p>
      </dgm:t>
    </dgm:pt>
    <dgm:pt modelId="{7083A23A-7847-406A-A2F0-36D19AD1A92A}" type="sibTrans" cxnId="{279AD505-62CD-49A0-A6AD-38E18E61895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762E2DB1-00FB-4EA6-B6EC-522FB8FEDCA6}">
      <dgm:prSet/>
      <dgm:spPr/>
      <dgm:t>
        <a:bodyPr/>
        <a:lstStyle/>
        <a:p>
          <a:r>
            <a:rPr lang="en-US"/>
            <a:t>Users with higher bias receive stronger fairness correction.</a:t>
          </a:r>
        </a:p>
      </dgm:t>
    </dgm:pt>
    <dgm:pt modelId="{822004AB-908F-4797-994E-4229B25E15DC}" type="parTrans" cxnId="{99EB3E37-2569-4BFC-9393-E1013BA0352E}">
      <dgm:prSet/>
      <dgm:spPr/>
      <dgm:t>
        <a:bodyPr/>
        <a:lstStyle/>
        <a:p>
          <a:endParaRPr lang="en-US"/>
        </a:p>
      </dgm:t>
    </dgm:pt>
    <dgm:pt modelId="{F6874AFB-5AF3-45B1-AFE2-4C656C766990}" type="sibTrans" cxnId="{99EB3E37-2569-4BFC-9393-E1013BA0352E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C04597A4-5F3C-4B0C-99D9-A6B03FB7700F}">
      <dgm:prSet/>
      <dgm:spPr/>
      <dgm:t>
        <a:bodyPr/>
        <a:lstStyle/>
        <a:p>
          <a:r>
            <a:rPr lang="en-US"/>
            <a:t>Adaptive fairness achieved the lowest bias: 0.899.</a:t>
          </a:r>
        </a:p>
      </dgm:t>
    </dgm:pt>
    <dgm:pt modelId="{1AE23180-B24E-444A-9902-FDE51736043A}" type="parTrans" cxnId="{620161F6-F033-4042-85A4-2B0ACEB78FAD}">
      <dgm:prSet/>
      <dgm:spPr/>
      <dgm:t>
        <a:bodyPr/>
        <a:lstStyle/>
        <a:p>
          <a:endParaRPr lang="en-US"/>
        </a:p>
      </dgm:t>
    </dgm:pt>
    <dgm:pt modelId="{8167E4AD-C76D-4E94-9B95-DAEA8724A4D1}" type="sibTrans" cxnId="{620161F6-F033-4042-85A4-2B0ACEB78FAD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6D2C0786-80BF-4AFD-A7FE-AAF808BCA592}" type="pres">
      <dgm:prSet presAssocID="{32FDD0E1-2D27-413F-B471-850ADC41A086}" presName="Name0" presStyleCnt="0">
        <dgm:presLayoutVars>
          <dgm:animLvl val="lvl"/>
          <dgm:resizeHandles val="exact"/>
        </dgm:presLayoutVars>
      </dgm:prSet>
      <dgm:spPr/>
    </dgm:pt>
    <dgm:pt modelId="{74B80C8E-2743-4FB8-AFED-22956ABFFC16}" type="pres">
      <dgm:prSet presAssocID="{E341F5E9-1897-456E-A5AD-17CEEAF5CAE8}" presName="compositeNode" presStyleCnt="0">
        <dgm:presLayoutVars>
          <dgm:bulletEnabled val="1"/>
        </dgm:presLayoutVars>
      </dgm:prSet>
      <dgm:spPr/>
    </dgm:pt>
    <dgm:pt modelId="{06C52E1F-3EC8-418D-A9E7-3F53721C1E6C}" type="pres">
      <dgm:prSet presAssocID="{E341F5E9-1897-456E-A5AD-17CEEAF5CAE8}" presName="bgRect" presStyleLbl="bgAccFollowNode1" presStyleIdx="0" presStyleCnt="3"/>
      <dgm:spPr/>
    </dgm:pt>
    <dgm:pt modelId="{7D1D196C-453F-40F3-A182-CB3A4518FD2E}" type="pres">
      <dgm:prSet presAssocID="{7083A23A-7847-406A-A2F0-36D19AD1A92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2818593-957E-407D-946F-0AD61CB387D5}" type="pres">
      <dgm:prSet presAssocID="{E341F5E9-1897-456E-A5AD-17CEEAF5CAE8}" presName="bottomLine" presStyleLbl="alignNode1" presStyleIdx="1" presStyleCnt="6">
        <dgm:presLayoutVars/>
      </dgm:prSet>
      <dgm:spPr/>
    </dgm:pt>
    <dgm:pt modelId="{371A2DF7-5A7E-46F2-BABA-013C547B22CD}" type="pres">
      <dgm:prSet presAssocID="{E341F5E9-1897-456E-A5AD-17CEEAF5CAE8}" presName="nodeText" presStyleLbl="bgAccFollowNode1" presStyleIdx="0" presStyleCnt="3">
        <dgm:presLayoutVars>
          <dgm:bulletEnabled val="1"/>
        </dgm:presLayoutVars>
      </dgm:prSet>
      <dgm:spPr/>
    </dgm:pt>
    <dgm:pt modelId="{10603182-BA3C-459D-BB14-DBCF20DF855C}" type="pres">
      <dgm:prSet presAssocID="{7083A23A-7847-406A-A2F0-36D19AD1A92A}" presName="sibTrans" presStyleCnt="0"/>
      <dgm:spPr/>
    </dgm:pt>
    <dgm:pt modelId="{17AF7D32-BF20-4224-9299-DE694D486509}" type="pres">
      <dgm:prSet presAssocID="{762E2DB1-00FB-4EA6-B6EC-522FB8FEDCA6}" presName="compositeNode" presStyleCnt="0">
        <dgm:presLayoutVars>
          <dgm:bulletEnabled val="1"/>
        </dgm:presLayoutVars>
      </dgm:prSet>
      <dgm:spPr/>
    </dgm:pt>
    <dgm:pt modelId="{EE00F498-8503-4E0B-88A6-372AFD95055B}" type="pres">
      <dgm:prSet presAssocID="{762E2DB1-00FB-4EA6-B6EC-522FB8FEDCA6}" presName="bgRect" presStyleLbl="bgAccFollowNode1" presStyleIdx="1" presStyleCnt="3"/>
      <dgm:spPr/>
    </dgm:pt>
    <dgm:pt modelId="{373E2D76-0AE5-4259-A88B-1B3144CD5736}" type="pres">
      <dgm:prSet presAssocID="{F6874AFB-5AF3-45B1-AFE2-4C656C766990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C49AFBD-DDC5-49C4-9203-C20FB72525E6}" type="pres">
      <dgm:prSet presAssocID="{762E2DB1-00FB-4EA6-B6EC-522FB8FEDCA6}" presName="bottomLine" presStyleLbl="alignNode1" presStyleIdx="3" presStyleCnt="6">
        <dgm:presLayoutVars/>
      </dgm:prSet>
      <dgm:spPr/>
    </dgm:pt>
    <dgm:pt modelId="{7F593226-D01D-4C65-BBBB-B63495AD1D88}" type="pres">
      <dgm:prSet presAssocID="{762E2DB1-00FB-4EA6-B6EC-522FB8FEDCA6}" presName="nodeText" presStyleLbl="bgAccFollowNode1" presStyleIdx="1" presStyleCnt="3">
        <dgm:presLayoutVars>
          <dgm:bulletEnabled val="1"/>
        </dgm:presLayoutVars>
      </dgm:prSet>
      <dgm:spPr/>
    </dgm:pt>
    <dgm:pt modelId="{808D4B0F-16C2-4959-9185-90848200AA6A}" type="pres">
      <dgm:prSet presAssocID="{F6874AFB-5AF3-45B1-AFE2-4C656C766990}" presName="sibTrans" presStyleCnt="0"/>
      <dgm:spPr/>
    </dgm:pt>
    <dgm:pt modelId="{3F9FC807-BCF3-4D8F-B266-6F510F040A4A}" type="pres">
      <dgm:prSet presAssocID="{C04597A4-5F3C-4B0C-99D9-A6B03FB7700F}" presName="compositeNode" presStyleCnt="0">
        <dgm:presLayoutVars>
          <dgm:bulletEnabled val="1"/>
        </dgm:presLayoutVars>
      </dgm:prSet>
      <dgm:spPr/>
    </dgm:pt>
    <dgm:pt modelId="{E25A42ED-940D-4A15-A0EA-9858C69BC422}" type="pres">
      <dgm:prSet presAssocID="{C04597A4-5F3C-4B0C-99D9-A6B03FB7700F}" presName="bgRect" presStyleLbl="bgAccFollowNode1" presStyleIdx="2" presStyleCnt="3"/>
      <dgm:spPr/>
    </dgm:pt>
    <dgm:pt modelId="{581CF3C9-9E3E-4D6A-B212-CEB8830DB5D9}" type="pres">
      <dgm:prSet presAssocID="{8167E4AD-C76D-4E94-9B95-DAEA8724A4D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C771A2D-4675-41A1-848A-0AD34EDC8227}" type="pres">
      <dgm:prSet presAssocID="{C04597A4-5F3C-4B0C-99D9-A6B03FB7700F}" presName="bottomLine" presStyleLbl="alignNode1" presStyleIdx="5" presStyleCnt="6">
        <dgm:presLayoutVars/>
      </dgm:prSet>
      <dgm:spPr/>
    </dgm:pt>
    <dgm:pt modelId="{89EA3AAD-2B2F-4811-BA3A-D72CEAEAFAC7}" type="pres">
      <dgm:prSet presAssocID="{C04597A4-5F3C-4B0C-99D9-A6B03FB7700F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C363E600-C178-4CF7-82DB-3C931EFFC473}" type="presOf" srcId="{32FDD0E1-2D27-413F-B471-850ADC41A086}" destId="{6D2C0786-80BF-4AFD-A7FE-AAF808BCA592}" srcOrd="0" destOrd="0" presId="urn:microsoft.com/office/officeart/2016/7/layout/BasicLinearProcessNumbered"/>
    <dgm:cxn modelId="{279AD505-62CD-49A0-A6AD-38E18E61895B}" srcId="{32FDD0E1-2D27-413F-B471-850ADC41A086}" destId="{E341F5E9-1897-456E-A5AD-17CEEAF5CAE8}" srcOrd="0" destOrd="0" parTransId="{F851D736-CFBF-456F-A08C-E8B89DDE95C4}" sibTransId="{7083A23A-7847-406A-A2F0-36D19AD1A92A}"/>
    <dgm:cxn modelId="{A591A10C-1E2B-48FD-8962-8273443D79BD}" type="presOf" srcId="{E341F5E9-1897-456E-A5AD-17CEEAF5CAE8}" destId="{06C52E1F-3EC8-418D-A9E7-3F53721C1E6C}" srcOrd="0" destOrd="0" presId="urn:microsoft.com/office/officeart/2016/7/layout/BasicLinearProcessNumbered"/>
    <dgm:cxn modelId="{AA5E030F-B70B-4B23-88F0-3D4341E93D9E}" type="presOf" srcId="{C04597A4-5F3C-4B0C-99D9-A6B03FB7700F}" destId="{E25A42ED-940D-4A15-A0EA-9858C69BC422}" srcOrd="0" destOrd="0" presId="urn:microsoft.com/office/officeart/2016/7/layout/BasicLinearProcessNumbered"/>
    <dgm:cxn modelId="{99EB3E37-2569-4BFC-9393-E1013BA0352E}" srcId="{32FDD0E1-2D27-413F-B471-850ADC41A086}" destId="{762E2DB1-00FB-4EA6-B6EC-522FB8FEDCA6}" srcOrd="1" destOrd="0" parTransId="{822004AB-908F-4797-994E-4229B25E15DC}" sibTransId="{F6874AFB-5AF3-45B1-AFE2-4C656C766990}"/>
    <dgm:cxn modelId="{B9D97A3E-DF98-4226-A71D-43D9AA971ADF}" type="presOf" srcId="{762E2DB1-00FB-4EA6-B6EC-522FB8FEDCA6}" destId="{7F593226-D01D-4C65-BBBB-B63495AD1D88}" srcOrd="1" destOrd="0" presId="urn:microsoft.com/office/officeart/2016/7/layout/BasicLinearProcessNumbered"/>
    <dgm:cxn modelId="{16774342-4007-4235-8388-869C74305B39}" type="presOf" srcId="{8167E4AD-C76D-4E94-9B95-DAEA8724A4D1}" destId="{581CF3C9-9E3E-4D6A-B212-CEB8830DB5D9}" srcOrd="0" destOrd="0" presId="urn:microsoft.com/office/officeart/2016/7/layout/BasicLinearProcessNumbered"/>
    <dgm:cxn modelId="{4792CD90-01D3-4C41-8C06-1F4C4C96133F}" type="presOf" srcId="{7083A23A-7847-406A-A2F0-36D19AD1A92A}" destId="{7D1D196C-453F-40F3-A182-CB3A4518FD2E}" srcOrd="0" destOrd="0" presId="urn:microsoft.com/office/officeart/2016/7/layout/BasicLinearProcessNumbered"/>
    <dgm:cxn modelId="{B96510AB-6BA7-43A3-8AC6-2EFF06B01DAD}" type="presOf" srcId="{F6874AFB-5AF3-45B1-AFE2-4C656C766990}" destId="{373E2D76-0AE5-4259-A88B-1B3144CD5736}" srcOrd="0" destOrd="0" presId="urn:microsoft.com/office/officeart/2016/7/layout/BasicLinearProcessNumbered"/>
    <dgm:cxn modelId="{486954BF-C4DC-436E-A07E-14B28A3039AA}" type="presOf" srcId="{E341F5E9-1897-456E-A5AD-17CEEAF5CAE8}" destId="{371A2DF7-5A7E-46F2-BABA-013C547B22CD}" srcOrd="1" destOrd="0" presId="urn:microsoft.com/office/officeart/2016/7/layout/BasicLinearProcessNumbered"/>
    <dgm:cxn modelId="{6B43C5CD-7F61-4397-A203-D4E7F7F2290E}" type="presOf" srcId="{762E2DB1-00FB-4EA6-B6EC-522FB8FEDCA6}" destId="{EE00F498-8503-4E0B-88A6-372AFD95055B}" srcOrd="0" destOrd="0" presId="urn:microsoft.com/office/officeart/2016/7/layout/BasicLinearProcessNumbered"/>
    <dgm:cxn modelId="{6E8EDDE2-0ABB-4617-A588-86922FA8787C}" type="presOf" srcId="{C04597A4-5F3C-4B0C-99D9-A6B03FB7700F}" destId="{89EA3AAD-2B2F-4811-BA3A-D72CEAEAFAC7}" srcOrd="1" destOrd="0" presId="urn:microsoft.com/office/officeart/2016/7/layout/BasicLinearProcessNumbered"/>
    <dgm:cxn modelId="{620161F6-F033-4042-85A4-2B0ACEB78FAD}" srcId="{32FDD0E1-2D27-413F-B471-850ADC41A086}" destId="{C04597A4-5F3C-4B0C-99D9-A6B03FB7700F}" srcOrd="2" destOrd="0" parTransId="{1AE23180-B24E-444A-9902-FDE51736043A}" sibTransId="{8167E4AD-C76D-4E94-9B95-DAEA8724A4D1}"/>
    <dgm:cxn modelId="{E431AABF-F839-4B8D-98AB-89E08039DABF}" type="presParOf" srcId="{6D2C0786-80BF-4AFD-A7FE-AAF808BCA592}" destId="{74B80C8E-2743-4FB8-AFED-22956ABFFC16}" srcOrd="0" destOrd="0" presId="urn:microsoft.com/office/officeart/2016/7/layout/BasicLinearProcessNumbered"/>
    <dgm:cxn modelId="{CDA29F0C-E231-49DA-B5F4-FE1F6EAC168C}" type="presParOf" srcId="{74B80C8E-2743-4FB8-AFED-22956ABFFC16}" destId="{06C52E1F-3EC8-418D-A9E7-3F53721C1E6C}" srcOrd="0" destOrd="0" presId="urn:microsoft.com/office/officeart/2016/7/layout/BasicLinearProcessNumbered"/>
    <dgm:cxn modelId="{C151B204-9BBA-4051-9721-26E87B765DEB}" type="presParOf" srcId="{74B80C8E-2743-4FB8-AFED-22956ABFFC16}" destId="{7D1D196C-453F-40F3-A182-CB3A4518FD2E}" srcOrd="1" destOrd="0" presId="urn:microsoft.com/office/officeart/2016/7/layout/BasicLinearProcessNumbered"/>
    <dgm:cxn modelId="{012D054C-232C-40FE-A01B-09E5D8657AC7}" type="presParOf" srcId="{74B80C8E-2743-4FB8-AFED-22956ABFFC16}" destId="{B2818593-957E-407D-946F-0AD61CB387D5}" srcOrd="2" destOrd="0" presId="urn:microsoft.com/office/officeart/2016/7/layout/BasicLinearProcessNumbered"/>
    <dgm:cxn modelId="{70676224-7320-4ABA-B430-AAB7682DA5F0}" type="presParOf" srcId="{74B80C8E-2743-4FB8-AFED-22956ABFFC16}" destId="{371A2DF7-5A7E-46F2-BABA-013C547B22CD}" srcOrd="3" destOrd="0" presId="urn:microsoft.com/office/officeart/2016/7/layout/BasicLinearProcessNumbered"/>
    <dgm:cxn modelId="{5F6459FA-1FA0-42B9-940C-DADEF8C62EF7}" type="presParOf" srcId="{6D2C0786-80BF-4AFD-A7FE-AAF808BCA592}" destId="{10603182-BA3C-459D-BB14-DBCF20DF855C}" srcOrd="1" destOrd="0" presId="urn:microsoft.com/office/officeart/2016/7/layout/BasicLinearProcessNumbered"/>
    <dgm:cxn modelId="{E86BC9D9-03D8-49BF-A0C0-2F08CD5CE869}" type="presParOf" srcId="{6D2C0786-80BF-4AFD-A7FE-AAF808BCA592}" destId="{17AF7D32-BF20-4224-9299-DE694D486509}" srcOrd="2" destOrd="0" presId="urn:microsoft.com/office/officeart/2016/7/layout/BasicLinearProcessNumbered"/>
    <dgm:cxn modelId="{E165F597-589A-4FC0-8E76-3CA96029C992}" type="presParOf" srcId="{17AF7D32-BF20-4224-9299-DE694D486509}" destId="{EE00F498-8503-4E0B-88A6-372AFD95055B}" srcOrd="0" destOrd="0" presId="urn:microsoft.com/office/officeart/2016/7/layout/BasicLinearProcessNumbered"/>
    <dgm:cxn modelId="{0DE381B1-EEAA-4C65-BBB8-AF22AD4E74BC}" type="presParOf" srcId="{17AF7D32-BF20-4224-9299-DE694D486509}" destId="{373E2D76-0AE5-4259-A88B-1B3144CD5736}" srcOrd="1" destOrd="0" presId="urn:microsoft.com/office/officeart/2016/7/layout/BasicLinearProcessNumbered"/>
    <dgm:cxn modelId="{53431C96-E90C-48A6-893B-71BD2CB40E3E}" type="presParOf" srcId="{17AF7D32-BF20-4224-9299-DE694D486509}" destId="{CC49AFBD-DDC5-49C4-9203-C20FB72525E6}" srcOrd="2" destOrd="0" presId="urn:microsoft.com/office/officeart/2016/7/layout/BasicLinearProcessNumbered"/>
    <dgm:cxn modelId="{C2611060-DE93-46E3-B2C6-CC4FB099A873}" type="presParOf" srcId="{17AF7D32-BF20-4224-9299-DE694D486509}" destId="{7F593226-D01D-4C65-BBBB-B63495AD1D88}" srcOrd="3" destOrd="0" presId="urn:microsoft.com/office/officeart/2016/7/layout/BasicLinearProcessNumbered"/>
    <dgm:cxn modelId="{34F6958D-3397-4B87-B34E-2256767EA9FE}" type="presParOf" srcId="{6D2C0786-80BF-4AFD-A7FE-AAF808BCA592}" destId="{808D4B0F-16C2-4959-9185-90848200AA6A}" srcOrd="3" destOrd="0" presId="urn:microsoft.com/office/officeart/2016/7/layout/BasicLinearProcessNumbered"/>
    <dgm:cxn modelId="{A417F880-9CF5-4871-9C98-C2DCC08DAD97}" type="presParOf" srcId="{6D2C0786-80BF-4AFD-A7FE-AAF808BCA592}" destId="{3F9FC807-BCF3-4D8F-B266-6F510F040A4A}" srcOrd="4" destOrd="0" presId="urn:microsoft.com/office/officeart/2016/7/layout/BasicLinearProcessNumbered"/>
    <dgm:cxn modelId="{D00DF469-C62C-4025-8053-7F2EC16076F9}" type="presParOf" srcId="{3F9FC807-BCF3-4D8F-B266-6F510F040A4A}" destId="{E25A42ED-940D-4A15-A0EA-9858C69BC422}" srcOrd="0" destOrd="0" presId="urn:microsoft.com/office/officeart/2016/7/layout/BasicLinearProcessNumbered"/>
    <dgm:cxn modelId="{E236DA71-764D-4825-96D5-51C1A1470BB5}" type="presParOf" srcId="{3F9FC807-BCF3-4D8F-B266-6F510F040A4A}" destId="{581CF3C9-9E3E-4D6A-B212-CEB8830DB5D9}" srcOrd="1" destOrd="0" presId="urn:microsoft.com/office/officeart/2016/7/layout/BasicLinearProcessNumbered"/>
    <dgm:cxn modelId="{30400C21-1997-436C-8FF6-4BB3F23B58D1}" type="presParOf" srcId="{3F9FC807-BCF3-4D8F-B266-6F510F040A4A}" destId="{0C771A2D-4675-41A1-848A-0AD34EDC8227}" srcOrd="2" destOrd="0" presId="urn:microsoft.com/office/officeart/2016/7/layout/BasicLinearProcessNumbered"/>
    <dgm:cxn modelId="{13F474D5-C566-4585-AABD-A0B2B29104CD}" type="presParOf" srcId="{3F9FC807-BCF3-4D8F-B266-6F510F040A4A}" destId="{89EA3AAD-2B2F-4811-BA3A-D72CEAEAFAC7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71D2EB4-89AC-45D9-BBCF-8A38FEEC3F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1FD6534-8E0A-4C36-A378-151846B1DB02}">
      <dgm:prSet/>
      <dgm:spPr/>
      <dgm:t>
        <a:bodyPr/>
        <a:lstStyle/>
        <a:p>
          <a:r>
            <a:rPr lang="en-US"/>
            <a:t>The original fair method used slow loops over users and movies.</a:t>
          </a:r>
        </a:p>
      </dgm:t>
    </dgm:pt>
    <dgm:pt modelId="{6705D442-A39A-4718-9101-ABE92F43FF7A}" type="parTrans" cxnId="{635CCBF6-58C8-4449-AEFF-5337AB680D75}">
      <dgm:prSet/>
      <dgm:spPr/>
      <dgm:t>
        <a:bodyPr/>
        <a:lstStyle/>
        <a:p>
          <a:endParaRPr lang="en-US"/>
        </a:p>
      </dgm:t>
    </dgm:pt>
    <dgm:pt modelId="{7EC082A5-B084-4F7F-B768-D3DC0AD8A9A5}" type="sibTrans" cxnId="{635CCBF6-58C8-4449-AEFF-5337AB680D75}">
      <dgm:prSet/>
      <dgm:spPr/>
      <dgm:t>
        <a:bodyPr/>
        <a:lstStyle/>
        <a:p>
          <a:endParaRPr lang="en-US"/>
        </a:p>
      </dgm:t>
    </dgm:pt>
    <dgm:pt modelId="{0A9640FA-5DCF-4F57-BE9C-CCF8BB81CC22}">
      <dgm:prSet/>
      <dgm:spPr/>
      <dgm:t>
        <a:bodyPr/>
        <a:lstStyle/>
        <a:p>
          <a:r>
            <a:rPr lang="en-US"/>
            <a:t>The optimized version uses precomputed matrices and NumPy vectorization.</a:t>
          </a:r>
        </a:p>
      </dgm:t>
    </dgm:pt>
    <dgm:pt modelId="{996E4942-9D10-4376-BA02-063321D8C0CB}" type="parTrans" cxnId="{BA23C9E9-A239-47B6-83DF-7E66AB089034}">
      <dgm:prSet/>
      <dgm:spPr/>
      <dgm:t>
        <a:bodyPr/>
        <a:lstStyle/>
        <a:p>
          <a:endParaRPr lang="en-US"/>
        </a:p>
      </dgm:t>
    </dgm:pt>
    <dgm:pt modelId="{E7190BC8-6080-46F1-A821-EBF924DCEA24}" type="sibTrans" cxnId="{BA23C9E9-A239-47B6-83DF-7E66AB089034}">
      <dgm:prSet/>
      <dgm:spPr/>
      <dgm:t>
        <a:bodyPr/>
        <a:lstStyle/>
        <a:p>
          <a:endParaRPr lang="en-US"/>
        </a:p>
      </dgm:t>
    </dgm:pt>
    <dgm:pt modelId="{010EF4A5-36D9-449C-A9DF-A2191D8FE945}">
      <dgm:prSet/>
      <dgm:spPr/>
      <dgm:t>
        <a:bodyPr/>
        <a:lstStyle/>
        <a:p>
          <a:r>
            <a:rPr lang="en-US"/>
            <a:t>Runtime improved rom 67.94 s to 1.24 s with the same results.</a:t>
          </a:r>
        </a:p>
      </dgm:t>
    </dgm:pt>
    <dgm:pt modelId="{2043E3B1-1D4B-459C-849B-5A7382B7CE41}" type="parTrans" cxnId="{787F8F41-1454-48B4-B130-84FA23D5777B}">
      <dgm:prSet/>
      <dgm:spPr/>
      <dgm:t>
        <a:bodyPr/>
        <a:lstStyle/>
        <a:p>
          <a:endParaRPr lang="en-US"/>
        </a:p>
      </dgm:t>
    </dgm:pt>
    <dgm:pt modelId="{FE12E68E-BEF8-4478-A8E3-FB78896496DE}" type="sibTrans" cxnId="{787F8F41-1454-48B4-B130-84FA23D5777B}">
      <dgm:prSet/>
      <dgm:spPr/>
      <dgm:t>
        <a:bodyPr/>
        <a:lstStyle/>
        <a:p>
          <a:endParaRPr lang="en-US"/>
        </a:p>
      </dgm:t>
    </dgm:pt>
    <dgm:pt modelId="{9899733F-4CD5-4D5E-8F57-79DD62930D11}" type="pres">
      <dgm:prSet presAssocID="{371D2EB4-89AC-45D9-BBCF-8A38FEEC3FF0}" presName="root" presStyleCnt="0">
        <dgm:presLayoutVars>
          <dgm:dir/>
          <dgm:resizeHandles val="exact"/>
        </dgm:presLayoutVars>
      </dgm:prSet>
      <dgm:spPr/>
    </dgm:pt>
    <dgm:pt modelId="{E6B1C36B-05FD-4175-9A90-2121B009E23B}" type="pres">
      <dgm:prSet presAssocID="{A1FD6534-8E0A-4C36-A378-151846B1DB02}" presName="compNode" presStyleCnt="0"/>
      <dgm:spPr/>
    </dgm:pt>
    <dgm:pt modelId="{361FBD64-07AF-4CAA-8A26-AB2F14056E8C}" type="pres">
      <dgm:prSet presAssocID="{A1FD6534-8E0A-4C36-A378-151846B1DB02}" presName="bgRect" presStyleLbl="bgShp" presStyleIdx="0" presStyleCnt="3"/>
      <dgm:spPr/>
    </dgm:pt>
    <dgm:pt modelId="{453E73EE-BE3A-4DA2-B573-3C7020778238}" type="pres">
      <dgm:prSet presAssocID="{A1FD6534-8E0A-4C36-A378-151846B1DB02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pper board"/>
        </a:ext>
      </dgm:extLst>
    </dgm:pt>
    <dgm:pt modelId="{1A52C70F-0F25-4BCD-9707-8B672EEA2F93}" type="pres">
      <dgm:prSet presAssocID="{A1FD6534-8E0A-4C36-A378-151846B1DB02}" presName="spaceRect" presStyleCnt="0"/>
      <dgm:spPr/>
    </dgm:pt>
    <dgm:pt modelId="{176D2F38-2F10-4AC3-9945-00743269DF80}" type="pres">
      <dgm:prSet presAssocID="{A1FD6534-8E0A-4C36-A378-151846B1DB02}" presName="parTx" presStyleLbl="revTx" presStyleIdx="0" presStyleCnt="3">
        <dgm:presLayoutVars>
          <dgm:chMax val="0"/>
          <dgm:chPref val="0"/>
        </dgm:presLayoutVars>
      </dgm:prSet>
      <dgm:spPr/>
    </dgm:pt>
    <dgm:pt modelId="{4D257B00-448B-4EE3-8604-87282E7202DB}" type="pres">
      <dgm:prSet presAssocID="{7EC082A5-B084-4F7F-B768-D3DC0AD8A9A5}" presName="sibTrans" presStyleCnt="0"/>
      <dgm:spPr/>
    </dgm:pt>
    <dgm:pt modelId="{6D3D0A32-D3C4-45CC-96D8-D3E48D53E79A}" type="pres">
      <dgm:prSet presAssocID="{0A9640FA-5DCF-4F57-BE9C-CCF8BB81CC22}" presName="compNode" presStyleCnt="0"/>
      <dgm:spPr/>
    </dgm:pt>
    <dgm:pt modelId="{C1BE6C4A-92D2-4AAB-9B8C-D63702D27CC3}" type="pres">
      <dgm:prSet presAssocID="{0A9640FA-5DCF-4F57-BE9C-CCF8BB81CC22}" presName="bgRect" presStyleLbl="bgShp" presStyleIdx="1" presStyleCnt="3"/>
      <dgm:spPr/>
    </dgm:pt>
    <dgm:pt modelId="{156DA099-1F74-4D44-9465-E547F9D9ACB4}" type="pres">
      <dgm:prSet presAssocID="{0A9640FA-5DCF-4F57-BE9C-CCF8BB81CC2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Γρανάζια"/>
        </a:ext>
      </dgm:extLst>
    </dgm:pt>
    <dgm:pt modelId="{9631E6A9-7DCE-453E-B45E-D9E03CA9FE12}" type="pres">
      <dgm:prSet presAssocID="{0A9640FA-5DCF-4F57-BE9C-CCF8BB81CC22}" presName="spaceRect" presStyleCnt="0"/>
      <dgm:spPr/>
    </dgm:pt>
    <dgm:pt modelId="{9E26D9D8-ADA6-4EFF-AA6D-7DF2D039EC51}" type="pres">
      <dgm:prSet presAssocID="{0A9640FA-5DCF-4F57-BE9C-CCF8BB81CC22}" presName="parTx" presStyleLbl="revTx" presStyleIdx="1" presStyleCnt="3">
        <dgm:presLayoutVars>
          <dgm:chMax val="0"/>
          <dgm:chPref val="0"/>
        </dgm:presLayoutVars>
      </dgm:prSet>
      <dgm:spPr/>
    </dgm:pt>
    <dgm:pt modelId="{F259AE7E-4760-4440-9FD5-9C67FC964587}" type="pres">
      <dgm:prSet presAssocID="{E7190BC8-6080-46F1-A821-EBF924DCEA24}" presName="sibTrans" presStyleCnt="0"/>
      <dgm:spPr/>
    </dgm:pt>
    <dgm:pt modelId="{BD6DA025-ADD0-4E9E-86C2-7D6C1E42E23A}" type="pres">
      <dgm:prSet presAssocID="{010EF4A5-36D9-449C-A9DF-A2191D8FE945}" presName="compNode" presStyleCnt="0"/>
      <dgm:spPr/>
    </dgm:pt>
    <dgm:pt modelId="{F47BDEBA-6936-4282-9A6A-B34C102D366D}" type="pres">
      <dgm:prSet presAssocID="{010EF4A5-36D9-449C-A9DF-A2191D8FE945}" presName="bgRect" presStyleLbl="bgShp" presStyleIdx="2" presStyleCnt="3"/>
      <dgm:spPr/>
    </dgm:pt>
    <dgm:pt modelId="{6E3CA73A-F43E-41CB-9810-94959383A0A6}" type="pres">
      <dgm:prSet presAssocID="{010EF4A5-36D9-449C-A9DF-A2191D8FE9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Επεξεργαστής"/>
        </a:ext>
      </dgm:extLst>
    </dgm:pt>
    <dgm:pt modelId="{AE086660-F9F3-4991-B950-0B36D7448E85}" type="pres">
      <dgm:prSet presAssocID="{010EF4A5-36D9-449C-A9DF-A2191D8FE945}" presName="spaceRect" presStyleCnt="0"/>
      <dgm:spPr/>
    </dgm:pt>
    <dgm:pt modelId="{9DE05DFD-D701-4F39-8BFF-9F6168C8C748}" type="pres">
      <dgm:prSet presAssocID="{010EF4A5-36D9-449C-A9DF-A2191D8FE9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7F8F41-1454-48B4-B130-84FA23D5777B}" srcId="{371D2EB4-89AC-45D9-BBCF-8A38FEEC3FF0}" destId="{010EF4A5-36D9-449C-A9DF-A2191D8FE945}" srcOrd="2" destOrd="0" parTransId="{2043E3B1-1D4B-459C-849B-5A7382B7CE41}" sibTransId="{FE12E68E-BEF8-4478-A8E3-FB78896496DE}"/>
    <dgm:cxn modelId="{29EEAF44-8C8C-4946-A776-64D8DF349842}" type="presOf" srcId="{010EF4A5-36D9-449C-A9DF-A2191D8FE945}" destId="{9DE05DFD-D701-4F39-8BFF-9F6168C8C748}" srcOrd="0" destOrd="0" presId="urn:microsoft.com/office/officeart/2018/2/layout/IconVerticalSolidList"/>
    <dgm:cxn modelId="{70A92F83-D3F2-4D78-B13C-BF9364C0DB97}" type="presOf" srcId="{0A9640FA-5DCF-4F57-BE9C-CCF8BB81CC22}" destId="{9E26D9D8-ADA6-4EFF-AA6D-7DF2D039EC51}" srcOrd="0" destOrd="0" presId="urn:microsoft.com/office/officeart/2018/2/layout/IconVerticalSolidList"/>
    <dgm:cxn modelId="{797808A5-8B79-4507-8B8B-0A4AC76884E5}" type="presOf" srcId="{371D2EB4-89AC-45D9-BBCF-8A38FEEC3FF0}" destId="{9899733F-4CD5-4D5E-8F57-79DD62930D11}" srcOrd="0" destOrd="0" presId="urn:microsoft.com/office/officeart/2018/2/layout/IconVerticalSolidList"/>
    <dgm:cxn modelId="{BA23C9E9-A239-47B6-83DF-7E66AB089034}" srcId="{371D2EB4-89AC-45D9-BBCF-8A38FEEC3FF0}" destId="{0A9640FA-5DCF-4F57-BE9C-CCF8BB81CC22}" srcOrd="1" destOrd="0" parTransId="{996E4942-9D10-4376-BA02-063321D8C0CB}" sibTransId="{E7190BC8-6080-46F1-A821-EBF924DCEA24}"/>
    <dgm:cxn modelId="{635CCBF6-58C8-4449-AEFF-5337AB680D75}" srcId="{371D2EB4-89AC-45D9-BBCF-8A38FEEC3FF0}" destId="{A1FD6534-8E0A-4C36-A378-151846B1DB02}" srcOrd="0" destOrd="0" parTransId="{6705D442-A39A-4718-9101-ABE92F43FF7A}" sibTransId="{7EC082A5-B084-4F7F-B768-D3DC0AD8A9A5}"/>
    <dgm:cxn modelId="{1E79D9FC-07A9-442F-AA8B-170FAE1D28D1}" type="presOf" srcId="{A1FD6534-8E0A-4C36-A378-151846B1DB02}" destId="{176D2F38-2F10-4AC3-9945-00743269DF80}" srcOrd="0" destOrd="0" presId="urn:microsoft.com/office/officeart/2018/2/layout/IconVerticalSolidList"/>
    <dgm:cxn modelId="{BF58E87C-62BB-43AB-8B44-1B82BF53301F}" type="presParOf" srcId="{9899733F-4CD5-4D5E-8F57-79DD62930D11}" destId="{E6B1C36B-05FD-4175-9A90-2121B009E23B}" srcOrd="0" destOrd="0" presId="urn:microsoft.com/office/officeart/2018/2/layout/IconVerticalSolidList"/>
    <dgm:cxn modelId="{05082C93-BC60-4DBD-B8A0-5AF2C66F3C68}" type="presParOf" srcId="{E6B1C36B-05FD-4175-9A90-2121B009E23B}" destId="{361FBD64-07AF-4CAA-8A26-AB2F14056E8C}" srcOrd="0" destOrd="0" presId="urn:microsoft.com/office/officeart/2018/2/layout/IconVerticalSolidList"/>
    <dgm:cxn modelId="{68E78895-07ED-4F57-84F0-87683641AD1E}" type="presParOf" srcId="{E6B1C36B-05FD-4175-9A90-2121B009E23B}" destId="{453E73EE-BE3A-4DA2-B573-3C7020778238}" srcOrd="1" destOrd="0" presId="urn:microsoft.com/office/officeart/2018/2/layout/IconVerticalSolidList"/>
    <dgm:cxn modelId="{2D02E601-B00D-4FA8-BA54-C5067A4E4C88}" type="presParOf" srcId="{E6B1C36B-05FD-4175-9A90-2121B009E23B}" destId="{1A52C70F-0F25-4BCD-9707-8B672EEA2F93}" srcOrd="2" destOrd="0" presId="urn:microsoft.com/office/officeart/2018/2/layout/IconVerticalSolidList"/>
    <dgm:cxn modelId="{EE24E193-25D5-4C81-9FD5-A7D529E03A19}" type="presParOf" srcId="{E6B1C36B-05FD-4175-9A90-2121B009E23B}" destId="{176D2F38-2F10-4AC3-9945-00743269DF80}" srcOrd="3" destOrd="0" presId="urn:microsoft.com/office/officeart/2018/2/layout/IconVerticalSolidList"/>
    <dgm:cxn modelId="{F5D002B8-CB56-4249-B69B-595589FA0B14}" type="presParOf" srcId="{9899733F-4CD5-4D5E-8F57-79DD62930D11}" destId="{4D257B00-448B-4EE3-8604-87282E7202DB}" srcOrd="1" destOrd="0" presId="urn:microsoft.com/office/officeart/2018/2/layout/IconVerticalSolidList"/>
    <dgm:cxn modelId="{99F43D41-B4AB-4E4C-8610-0581D4A3A7DA}" type="presParOf" srcId="{9899733F-4CD5-4D5E-8F57-79DD62930D11}" destId="{6D3D0A32-D3C4-45CC-96D8-D3E48D53E79A}" srcOrd="2" destOrd="0" presId="urn:microsoft.com/office/officeart/2018/2/layout/IconVerticalSolidList"/>
    <dgm:cxn modelId="{1560FE53-74BF-41F9-817C-301503889435}" type="presParOf" srcId="{6D3D0A32-D3C4-45CC-96D8-D3E48D53E79A}" destId="{C1BE6C4A-92D2-4AAB-9B8C-D63702D27CC3}" srcOrd="0" destOrd="0" presId="urn:microsoft.com/office/officeart/2018/2/layout/IconVerticalSolidList"/>
    <dgm:cxn modelId="{33C4CE13-1139-4952-A1D0-8E19E5F51C1F}" type="presParOf" srcId="{6D3D0A32-D3C4-45CC-96D8-D3E48D53E79A}" destId="{156DA099-1F74-4D44-9465-E547F9D9ACB4}" srcOrd="1" destOrd="0" presId="urn:microsoft.com/office/officeart/2018/2/layout/IconVerticalSolidList"/>
    <dgm:cxn modelId="{66DC3D5C-0803-4DBC-8FB2-81F50E5FF508}" type="presParOf" srcId="{6D3D0A32-D3C4-45CC-96D8-D3E48D53E79A}" destId="{9631E6A9-7DCE-453E-B45E-D9E03CA9FE12}" srcOrd="2" destOrd="0" presId="urn:microsoft.com/office/officeart/2018/2/layout/IconVerticalSolidList"/>
    <dgm:cxn modelId="{62824B04-CDA5-4AAC-9431-E7810E3ED1D5}" type="presParOf" srcId="{6D3D0A32-D3C4-45CC-96D8-D3E48D53E79A}" destId="{9E26D9D8-ADA6-4EFF-AA6D-7DF2D039EC51}" srcOrd="3" destOrd="0" presId="urn:microsoft.com/office/officeart/2018/2/layout/IconVerticalSolidList"/>
    <dgm:cxn modelId="{9021C120-CD06-4873-8562-45ACC9AE4A03}" type="presParOf" srcId="{9899733F-4CD5-4D5E-8F57-79DD62930D11}" destId="{F259AE7E-4760-4440-9FD5-9C67FC964587}" srcOrd="3" destOrd="0" presId="urn:microsoft.com/office/officeart/2018/2/layout/IconVerticalSolidList"/>
    <dgm:cxn modelId="{DF9D636B-132E-4CF3-9857-4D8ACFE3C99B}" type="presParOf" srcId="{9899733F-4CD5-4D5E-8F57-79DD62930D11}" destId="{BD6DA025-ADD0-4E9E-86C2-7D6C1E42E23A}" srcOrd="4" destOrd="0" presId="urn:microsoft.com/office/officeart/2018/2/layout/IconVerticalSolidList"/>
    <dgm:cxn modelId="{8478CF9C-0380-49D1-BABA-5A098C9DAE7D}" type="presParOf" srcId="{BD6DA025-ADD0-4E9E-86C2-7D6C1E42E23A}" destId="{F47BDEBA-6936-4282-9A6A-B34C102D366D}" srcOrd="0" destOrd="0" presId="urn:microsoft.com/office/officeart/2018/2/layout/IconVerticalSolidList"/>
    <dgm:cxn modelId="{A5D78770-250A-4FC3-907E-BC8793B11671}" type="presParOf" srcId="{BD6DA025-ADD0-4E9E-86C2-7D6C1E42E23A}" destId="{6E3CA73A-F43E-41CB-9810-94959383A0A6}" srcOrd="1" destOrd="0" presId="urn:microsoft.com/office/officeart/2018/2/layout/IconVerticalSolidList"/>
    <dgm:cxn modelId="{F97E4602-199A-48FF-A3BA-A03E1090FDC1}" type="presParOf" srcId="{BD6DA025-ADD0-4E9E-86C2-7D6C1E42E23A}" destId="{AE086660-F9F3-4991-B950-0B36D7448E85}" srcOrd="2" destOrd="0" presId="urn:microsoft.com/office/officeart/2018/2/layout/IconVerticalSolidList"/>
    <dgm:cxn modelId="{66706E53-5E53-4D89-865D-64E8E1727430}" type="presParOf" srcId="{BD6DA025-ADD0-4E9E-86C2-7D6C1E42E23A}" destId="{9DE05DFD-D701-4F39-8BFF-9F6168C8C74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3D300D8-C2A3-448C-85BE-F65A58317CD9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04D8734-621F-425A-BBFE-03A42DE9ECBF}">
      <dgm:prSet/>
      <dgm:spPr/>
      <dgm:t>
        <a:bodyPr/>
        <a:lstStyle/>
        <a:p>
          <a:r>
            <a:rPr lang="en-US"/>
            <a:t>Fairness was tested across active/inactive and cold-start users.</a:t>
          </a:r>
        </a:p>
      </dgm:t>
    </dgm:pt>
    <dgm:pt modelId="{9DE07D5D-524B-4A79-966A-3D5BF779394F}" type="parTrans" cxnId="{92CE8053-C761-4AF1-939A-C4B2FD77B2C5}">
      <dgm:prSet/>
      <dgm:spPr/>
      <dgm:t>
        <a:bodyPr/>
        <a:lstStyle/>
        <a:p>
          <a:endParaRPr lang="en-US"/>
        </a:p>
      </dgm:t>
    </dgm:pt>
    <dgm:pt modelId="{329BAC17-D7FD-4C1C-8978-72CE9C3D5B80}" type="sibTrans" cxnId="{92CE8053-C761-4AF1-939A-C4B2FD77B2C5}">
      <dgm:prSet/>
      <dgm:spPr/>
      <dgm:t>
        <a:bodyPr/>
        <a:lstStyle/>
        <a:p>
          <a:endParaRPr lang="en-US"/>
        </a:p>
      </dgm:t>
    </dgm:pt>
    <dgm:pt modelId="{D11DB5F3-764E-4117-A508-527E7C05E431}">
      <dgm:prSet/>
      <dgm:spPr/>
      <dgm:t>
        <a:bodyPr/>
        <a:lstStyle/>
        <a:p>
          <a:r>
            <a:rPr lang="en-US"/>
            <a:t>Intersectional groups were evaluated using gender x age.</a:t>
          </a:r>
        </a:p>
      </dgm:t>
    </dgm:pt>
    <dgm:pt modelId="{87CC9FA8-A1DF-46E5-87DB-C30C5C0372DB}" type="parTrans" cxnId="{19B47154-D8D9-4EC1-BDC0-8B7A057A193D}">
      <dgm:prSet/>
      <dgm:spPr/>
      <dgm:t>
        <a:bodyPr/>
        <a:lstStyle/>
        <a:p>
          <a:endParaRPr lang="en-US"/>
        </a:p>
      </dgm:t>
    </dgm:pt>
    <dgm:pt modelId="{7B577C7F-7061-4F68-AF4F-E3A8F9464CFB}" type="sibTrans" cxnId="{19B47154-D8D9-4EC1-BDC0-8B7A057A193D}">
      <dgm:prSet/>
      <dgm:spPr/>
      <dgm:t>
        <a:bodyPr/>
        <a:lstStyle/>
        <a:p>
          <a:endParaRPr lang="en-US"/>
        </a:p>
      </dgm:t>
    </dgm:pt>
    <dgm:pt modelId="{062D511E-FDB8-4977-96C0-46A5BE1FB8C5}">
      <dgm:prSet/>
      <dgm:spPr/>
      <dgm:t>
        <a:bodyPr/>
        <a:lstStyle/>
        <a:p>
          <a:r>
            <a:rPr lang="en-US"/>
            <a:t>The method reduced bias across groups, but cold-start users remained harder.</a:t>
          </a:r>
        </a:p>
      </dgm:t>
    </dgm:pt>
    <dgm:pt modelId="{589CBC6A-A0EC-4286-9009-A2CAB876CAB7}" type="parTrans" cxnId="{47BF4E76-AE90-41E0-BD1C-15FD17ADD4B4}">
      <dgm:prSet/>
      <dgm:spPr/>
      <dgm:t>
        <a:bodyPr/>
        <a:lstStyle/>
        <a:p>
          <a:endParaRPr lang="en-US"/>
        </a:p>
      </dgm:t>
    </dgm:pt>
    <dgm:pt modelId="{AD5EE3AE-87F5-4C5A-BB60-4312BBE7E12D}" type="sibTrans" cxnId="{47BF4E76-AE90-41E0-BD1C-15FD17ADD4B4}">
      <dgm:prSet/>
      <dgm:spPr/>
      <dgm:t>
        <a:bodyPr/>
        <a:lstStyle/>
        <a:p>
          <a:endParaRPr lang="en-US"/>
        </a:p>
      </dgm:t>
    </dgm:pt>
    <dgm:pt modelId="{51C4D91B-B773-4C44-B9B0-CEF2EC731AFA}" type="pres">
      <dgm:prSet presAssocID="{D3D300D8-C2A3-448C-85BE-F65A58317CD9}" presName="linear" presStyleCnt="0">
        <dgm:presLayoutVars>
          <dgm:animLvl val="lvl"/>
          <dgm:resizeHandles val="exact"/>
        </dgm:presLayoutVars>
      </dgm:prSet>
      <dgm:spPr/>
    </dgm:pt>
    <dgm:pt modelId="{19300203-681B-45DB-8DE9-3F721D4E08F5}" type="pres">
      <dgm:prSet presAssocID="{404D8734-621F-425A-BBFE-03A42DE9ECBF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DA720DFF-D8AD-41DF-B614-2FD9819FE1B8}" type="pres">
      <dgm:prSet presAssocID="{329BAC17-D7FD-4C1C-8978-72CE9C3D5B80}" presName="spacer" presStyleCnt="0"/>
      <dgm:spPr/>
    </dgm:pt>
    <dgm:pt modelId="{060C4146-5058-40B7-80AA-9AF13E228C93}" type="pres">
      <dgm:prSet presAssocID="{D11DB5F3-764E-4117-A508-527E7C05E43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929158FE-15F3-4597-AC51-94DC724A63B2}" type="pres">
      <dgm:prSet presAssocID="{7B577C7F-7061-4F68-AF4F-E3A8F9464CFB}" presName="spacer" presStyleCnt="0"/>
      <dgm:spPr/>
    </dgm:pt>
    <dgm:pt modelId="{14359F9F-05F0-4DA4-BFB2-DF9CA51387C1}" type="pres">
      <dgm:prSet presAssocID="{062D511E-FDB8-4977-96C0-46A5BE1FB8C5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C831128-64C7-49D7-8650-41B0A684579E}" type="presOf" srcId="{D11DB5F3-764E-4117-A508-527E7C05E431}" destId="{060C4146-5058-40B7-80AA-9AF13E228C93}" srcOrd="0" destOrd="0" presId="urn:microsoft.com/office/officeart/2005/8/layout/vList2"/>
    <dgm:cxn modelId="{92CE8053-C761-4AF1-939A-C4B2FD77B2C5}" srcId="{D3D300D8-C2A3-448C-85BE-F65A58317CD9}" destId="{404D8734-621F-425A-BBFE-03A42DE9ECBF}" srcOrd="0" destOrd="0" parTransId="{9DE07D5D-524B-4A79-966A-3D5BF779394F}" sibTransId="{329BAC17-D7FD-4C1C-8978-72CE9C3D5B80}"/>
    <dgm:cxn modelId="{19B47154-D8D9-4EC1-BDC0-8B7A057A193D}" srcId="{D3D300D8-C2A3-448C-85BE-F65A58317CD9}" destId="{D11DB5F3-764E-4117-A508-527E7C05E431}" srcOrd="1" destOrd="0" parTransId="{87CC9FA8-A1DF-46E5-87DB-C30C5C0372DB}" sibTransId="{7B577C7F-7061-4F68-AF4F-E3A8F9464CFB}"/>
    <dgm:cxn modelId="{47BF4E76-AE90-41E0-BD1C-15FD17ADD4B4}" srcId="{D3D300D8-C2A3-448C-85BE-F65A58317CD9}" destId="{062D511E-FDB8-4977-96C0-46A5BE1FB8C5}" srcOrd="2" destOrd="0" parTransId="{589CBC6A-A0EC-4286-9009-A2CAB876CAB7}" sibTransId="{AD5EE3AE-87F5-4C5A-BB60-4312BBE7E12D}"/>
    <dgm:cxn modelId="{DAC8C25A-5E58-4C15-9B62-7D1DBDE3AE49}" type="presOf" srcId="{D3D300D8-C2A3-448C-85BE-F65A58317CD9}" destId="{51C4D91B-B773-4C44-B9B0-CEF2EC731AFA}" srcOrd="0" destOrd="0" presId="urn:microsoft.com/office/officeart/2005/8/layout/vList2"/>
    <dgm:cxn modelId="{396797BC-59E0-4F7F-8879-1C5A416BF22D}" type="presOf" srcId="{062D511E-FDB8-4977-96C0-46A5BE1FB8C5}" destId="{14359F9F-05F0-4DA4-BFB2-DF9CA51387C1}" srcOrd="0" destOrd="0" presId="urn:microsoft.com/office/officeart/2005/8/layout/vList2"/>
    <dgm:cxn modelId="{412EE4F8-C58A-45A8-9F95-B65329BF00C7}" type="presOf" srcId="{404D8734-621F-425A-BBFE-03A42DE9ECBF}" destId="{19300203-681B-45DB-8DE9-3F721D4E08F5}" srcOrd="0" destOrd="0" presId="urn:microsoft.com/office/officeart/2005/8/layout/vList2"/>
    <dgm:cxn modelId="{49932392-E490-4A1B-B34E-9221FA2ED237}" type="presParOf" srcId="{51C4D91B-B773-4C44-B9B0-CEF2EC731AFA}" destId="{19300203-681B-45DB-8DE9-3F721D4E08F5}" srcOrd="0" destOrd="0" presId="urn:microsoft.com/office/officeart/2005/8/layout/vList2"/>
    <dgm:cxn modelId="{F74CDE75-0368-4DAA-87CD-8F8FF45B578C}" type="presParOf" srcId="{51C4D91B-B773-4C44-B9B0-CEF2EC731AFA}" destId="{DA720DFF-D8AD-41DF-B614-2FD9819FE1B8}" srcOrd="1" destOrd="0" presId="urn:microsoft.com/office/officeart/2005/8/layout/vList2"/>
    <dgm:cxn modelId="{550B9B9C-232A-4DAB-8FD8-C20371404FF3}" type="presParOf" srcId="{51C4D91B-B773-4C44-B9B0-CEF2EC731AFA}" destId="{060C4146-5058-40B7-80AA-9AF13E228C93}" srcOrd="2" destOrd="0" presId="urn:microsoft.com/office/officeart/2005/8/layout/vList2"/>
    <dgm:cxn modelId="{0E30844B-DDE0-4810-A559-BCA590048083}" type="presParOf" srcId="{51C4D91B-B773-4C44-B9B0-CEF2EC731AFA}" destId="{929158FE-15F3-4597-AC51-94DC724A63B2}" srcOrd="3" destOrd="0" presId="urn:microsoft.com/office/officeart/2005/8/layout/vList2"/>
    <dgm:cxn modelId="{C535D9F6-D8DB-4552-B814-D5A302559D7C}" type="presParOf" srcId="{51C4D91B-B773-4C44-B9B0-CEF2EC731AFA}" destId="{14359F9F-05F0-4DA4-BFB2-DF9CA51387C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94F380-8E94-4DD1-8A70-F96D25B21AFA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55F96B-1450-4234-95C4-6B5088CD1381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CF124E-216A-4587-906C-DE8239AC6F81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Recommender systems suggest movies, music, products and content every day.</a:t>
          </a:r>
        </a:p>
      </dsp:txBody>
      <dsp:txXfrm>
        <a:off x="1686304" y="623"/>
        <a:ext cx="5530111" cy="1460003"/>
      </dsp:txXfrm>
    </dsp:sp>
    <dsp:sp modelId="{B7AB685E-909E-44F4-B953-D6F613004A70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B00178-69CC-4AB4-8734-5C1C0ABB435D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5563D6-730D-4E03-A079-A6007A07B164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Accuracy-focused systems can reproduce demographic bias.</a:t>
          </a:r>
        </a:p>
      </dsp:txBody>
      <dsp:txXfrm>
        <a:off x="1686304" y="1825628"/>
        <a:ext cx="5530111" cy="1460003"/>
      </dsp:txXfrm>
    </dsp:sp>
    <dsp:sp modelId="{A2C81FC6-BB1A-4EB2-839A-6285BFE12E00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1FD15B-F6A0-40C5-9C9F-CF1A4D95543F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A624DD-791C-409E-9A43-F0ED1EA9147B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goal is to reduce unfair recommendations without losing quality.</a:t>
          </a:r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7ABF0-EC84-4407-A477-950881A8F800}">
      <dsp:nvSpPr>
        <dsp:cNvPr id="0" name=""/>
        <dsp:cNvSpPr/>
      </dsp:nvSpPr>
      <dsp:spPr>
        <a:xfrm>
          <a:off x="0" y="524108"/>
          <a:ext cx="6479357" cy="12331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The dataset contains users, ratings and movies.</a:t>
          </a:r>
        </a:p>
      </dsp:txBody>
      <dsp:txXfrm>
        <a:off x="60199" y="584307"/>
        <a:ext cx="6358959" cy="1112781"/>
      </dsp:txXfrm>
    </dsp:sp>
    <dsp:sp modelId="{D474AC28-3137-4680-BEA5-D8B6C188680E}">
      <dsp:nvSpPr>
        <dsp:cNvPr id="0" name=""/>
        <dsp:cNvSpPr/>
      </dsp:nvSpPr>
      <dsp:spPr>
        <a:xfrm>
          <a:off x="0" y="1846569"/>
          <a:ext cx="6479357" cy="1233179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User attributes include gender, age and occupation.</a:t>
          </a:r>
        </a:p>
      </dsp:txBody>
      <dsp:txXfrm>
        <a:off x="60199" y="1906768"/>
        <a:ext cx="6358959" cy="1112781"/>
      </dsp:txXfrm>
    </dsp:sp>
    <dsp:sp modelId="{4713D690-0109-4901-85C6-12E7C0B09CD2}">
      <dsp:nvSpPr>
        <dsp:cNvPr id="0" name=""/>
        <dsp:cNvSpPr/>
      </dsp:nvSpPr>
      <dsp:spPr>
        <a:xfrm>
          <a:off x="0" y="3169029"/>
          <a:ext cx="6479357" cy="1233179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/>
            <a:t>Movie genres are converted into binary vectors for fairness analysis.</a:t>
          </a:r>
        </a:p>
      </dsp:txBody>
      <dsp:txXfrm>
        <a:off x="60199" y="3229228"/>
        <a:ext cx="6358959" cy="111278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E05F3C-1034-47A5-8F6B-1828DA93382F}">
      <dsp:nvSpPr>
        <dsp:cNvPr id="0" name=""/>
        <dsp:cNvSpPr/>
      </dsp:nvSpPr>
      <dsp:spPr>
        <a:xfrm>
          <a:off x="2073394" y="2405"/>
          <a:ext cx="2332568" cy="158758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The baseline uses collaborative filtering with SVD.</a:t>
          </a:r>
        </a:p>
      </dsp:txBody>
      <dsp:txXfrm>
        <a:off x="2150893" y="79904"/>
        <a:ext cx="2177570" cy="1432584"/>
      </dsp:txXfrm>
    </dsp:sp>
    <dsp:sp modelId="{CC8F1B4C-FACA-4450-A392-C1AC8AE226E4}">
      <dsp:nvSpPr>
        <dsp:cNvPr id="0" name=""/>
        <dsp:cNvSpPr/>
      </dsp:nvSpPr>
      <dsp:spPr>
        <a:xfrm>
          <a:off x="2073394" y="1669367"/>
          <a:ext cx="2332568" cy="158758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predicts missing user-movie ratings.</a:t>
          </a:r>
        </a:p>
      </dsp:txBody>
      <dsp:txXfrm>
        <a:off x="2150893" y="1746866"/>
        <a:ext cx="2177570" cy="1432584"/>
      </dsp:txXfrm>
    </dsp:sp>
    <dsp:sp modelId="{3A1E35EA-7126-4273-9FBC-36A9F963EF6A}">
      <dsp:nvSpPr>
        <dsp:cNvPr id="0" name=""/>
        <dsp:cNvSpPr/>
      </dsp:nvSpPr>
      <dsp:spPr>
        <a:xfrm>
          <a:off x="2073394" y="3336329"/>
          <a:ext cx="2332568" cy="158758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It recommends the Top-K movies with the highest predicted scores.</a:t>
          </a:r>
        </a:p>
      </dsp:txBody>
      <dsp:txXfrm>
        <a:off x="2150893" y="3413828"/>
        <a:ext cx="2177570" cy="14325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C94560-0C38-4229-B083-E2AD30FAE061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777D5A-97A0-45B4-BC15-82BD2F2C3141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84941-73E9-4B8C-968E-BB8EA15380AA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RCP measures the genre distribution of recommended movies.</a:t>
          </a:r>
        </a:p>
      </dsp:txBody>
      <dsp:txXfrm>
        <a:off x="1686304" y="623"/>
        <a:ext cx="5530111" cy="1460003"/>
      </dsp:txXfrm>
    </dsp:sp>
    <dsp:sp modelId="{B0C06C8A-EFBE-4D3E-A832-CE47B2762327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2915F8-59E6-483E-B346-97A8B8655C1C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7B0C61-2A48-4A9F-AE4F-18D2E9EAD19A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CCP represents the fair target distribution.</a:t>
          </a:r>
        </a:p>
      </dsp:txBody>
      <dsp:txXfrm>
        <a:off x="1686304" y="1825628"/>
        <a:ext cx="5530111" cy="1460003"/>
      </dsp:txXfrm>
    </dsp:sp>
    <dsp:sp modelId="{D8849C84-5FDC-44AC-8A64-38B81D8B791A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213DB4-EF1F-4CB7-AE8C-11B7D134F180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4EA299-AFA7-4D0E-8C10-BEA866682A56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KL-Divergence measures how biased the recommendations are.</a:t>
          </a:r>
        </a:p>
      </dsp:txBody>
      <dsp:txXfrm>
        <a:off x="1686304" y="3650632"/>
        <a:ext cx="5530111" cy="14600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40C512-D6E3-43D0-A312-0652D9CB58E0}">
      <dsp:nvSpPr>
        <dsp:cNvPr id="0" name=""/>
        <dsp:cNvSpPr/>
      </dsp:nvSpPr>
      <dsp:spPr>
        <a:xfrm>
          <a:off x="0" y="0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E5FDA8-0E04-4AD1-A93B-FBED7A4E0AD5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43333F-986E-46FE-B985-87BD3C330D51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/>
            <a:t>β </a:t>
          </a:r>
          <a:r>
            <a:rPr lang="en-US" sz="2500" kern="1200"/>
            <a:t>controls the balance between relevance and fairness.</a:t>
          </a:r>
        </a:p>
      </dsp:txBody>
      <dsp:txXfrm>
        <a:off x="1686304" y="623"/>
        <a:ext cx="5530111" cy="1460003"/>
      </dsp:txXfrm>
    </dsp:sp>
    <dsp:sp modelId="{289D7C48-A48B-4477-96BF-9D350FA7A731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3A5648-58F1-49AF-BAFB-204E92B79F88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FF2F33-D0A3-41BE-A90B-61BF58537407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500" kern="1200"/>
            <a:t>β = 0.5 </a:t>
          </a:r>
          <a:r>
            <a:rPr lang="en-US" sz="2500" kern="1200"/>
            <a:t>gave the best balance in our experiments.</a:t>
          </a:r>
        </a:p>
      </dsp:txBody>
      <dsp:txXfrm>
        <a:off x="1686304" y="1825628"/>
        <a:ext cx="5530111" cy="1460003"/>
      </dsp:txXfrm>
    </dsp:sp>
    <dsp:sp modelId="{109A435E-7EF7-4FF8-A4FC-06C89C447CD7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47773-83D8-4FFF-9460-3C0F2C0B9604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0101AC-782B-4968-A744-8923BD3064C5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Very high </a:t>
          </a:r>
          <a:r>
            <a:rPr lang="el-GR" sz="2500" kern="1200"/>
            <a:t>β </a:t>
          </a:r>
          <a:r>
            <a:rPr lang="en-US" sz="2500" kern="1200"/>
            <a:t>reduces HitRate and NDCG because fairness dominates relevance.</a:t>
          </a:r>
        </a:p>
      </dsp:txBody>
      <dsp:txXfrm>
        <a:off x="1686304" y="3650632"/>
        <a:ext cx="5530111" cy="146000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C52E1F-3EC8-418D-A9E7-3F53721C1E6C}">
      <dsp:nvSpPr>
        <dsp:cNvPr id="0" name=""/>
        <dsp:cNvSpPr/>
      </dsp:nvSpPr>
      <dsp:spPr>
        <a:xfrm>
          <a:off x="0" y="977039"/>
          <a:ext cx="2255129" cy="3157181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819" tIns="330200" rIns="17581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Instead of one </a:t>
          </a:r>
          <a:r>
            <a:rPr lang="el-GR" sz="1900" kern="1200" dirty="0"/>
            <a:t>β </a:t>
          </a:r>
          <a:r>
            <a:rPr lang="en-US" sz="1900" kern="1200" dirty="0"/>
            <a:t>for all users, each user gets a personalized </a:t>
          </a:r>
          <a:r>
            <a:rPr lang="el-GR" sz="1900" kern="1200" dirty="0"/>
            <a:t>β.</a:t>
          </a:r>
          <a:endParaRPr lang="en-US" sz="1900" kern="1200" dirty="0"/>
        </a:p>
      </dsp:txBody>
      <dsp:txXfrm>
        <a:off x="0" y="2176768"/>
        <a:ext cx="2255129" cy="1894309"/>
      </dsp:txXfrm>
    </dsp:sp>
    <dsp:sp modelId="{7D1D196C-453F-40F3-A182-CB3A4518FD2E}">
      <dsp:nvSpPr>
        <dsp:cNvPr id="0" name=""/>
        <dsp:cNvSpPr/>
      </dsp:nvSpPr>
      <dsp:spPr>
        <a:xfrm>
          <a:off x="653987" y="1292757"/>
          <a:ext cx="947154" cy="94715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44" tIns="12700" rIns="73844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1</a:t>
          </a:r>
        </a:p>
      </dsp:txBody>
      <dsp:txXfrm>
        <a:off x="792694" y="1431464"/>
        <a:ext cx="669740" cy="669740"/>
      </dsp:txXfrm>
    </dsp:sp>
    <dsp:sp modelId="{B2818593-957E-407D-946F-0AD61CB387D5}">
      <dsp:nvSpPr>
        <dsp:cNvPr id="0" name=""/>
        <dsp:cNvSpPr/>
      </dsp:nvSpPr>
      <dsp:spPr>
        <a:xfrm>
          <a:off x="0" y="4134148"/>
          <a:ext cx="2255129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00F498-8503-4E0B-88A6-372AFD95055B}">
      <dsp:nvSpPr>
        <dsp:cNvPr id="0" name=""/>
        <dsp:cNvSpPr/>
      </dsp:nvSpPr>
      <dsp:spPr>
        <a:xfrm>
          <a:off x="2480643" y="977039"/>
          <a:ext cx="2255129" cy="3157181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819" tIns="330200" rIns="17581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Users with higher bias receive stronger fairness correction.</a:t>
          </a:r>
        </a:p>
      </dsp:txBody>
      <dsp:txXfrm>
        <a:off x="2480643" y="2176768"/>
        <a:ext cx="2255129" cy="1894309"/>
      </dsp:txXfrm>
    </dsp:sp>
    <dsp:sp modelId="{373E2D76-0AE5-4259-A88B-1B3144CD5736}">
      <dsp:nvSpPr>
        <dsp:cNvPr id="0" name=""/>
        <dsp:cNvSpPr/>
      </dsp:nvSpPr>
      <dsp:spPr>
        <a:xfrm>
          <a:off x="3134630" y="1292757"/>
          <a:ext cx="947154" cy="94715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44" tIns="12700" rIns="73844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2</a:t>
          </a:r>
        </a:p>
      </dsp:txBody>
      <dsp:txXfrm>
        <a:off x="3273337" y="1431464"/>
        <a:ext cx="669740" cy="669740"/>
      </dsp:txXfrm>
    </dsp:sp>
    <dsp:sp modelId="{CC49AFBD-DDC5-49C4-9203-C20FB72525E6}">
      <dsp:nvSpPr>
        <dsp:cNvPr id="0" name=""/>
        <dsp:cNvSpPr/>
      </dsp:nvSpPr>
      <dsp:spPr>
        <a:xfrm>
          <a:off x="2480643" y="4134148"/>
          <a:ext cx="2255129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A42ED-940D-4A15-A0EA-9858C69BC422}">
      <dsp:nvSpPr>
        <dsp:cNvPr id="0" name=""/>
        <dsp:cNvSpPr/>
      </dsp:nvSpPr>
      <dsp:spPr>
        <a:xfrm>
          <a:off x="4961285" y="977039"/>
          <a:ext cx="2255129" cy="3157181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819" tIns="330200" rIns="175819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Adaptive fairness achieved the lowest bias: 0.899.</a:t>
          </a:r>
        </a:p>
      </dsp:txBody>
      <dsp:txXfrm>
        <a:off x="4961285" y="2176768"/>
        <a:ext cx="2255129" cy="1894309"/>
      </dsp:txXfrm>
    </dsp:sp>
    <dsp:sp modelId="{581CF3C9-9E3E-4D6A-B212-CEB8830DB5D9}">
      <dsp:nvSpPr>
        <dsp:cNvPr id="0" name=""/>
        <dsp:cNvSpPr/>
      </dsp:nvSpPr>
      <dsp:spPr>
        <a:xfrm>
          <a:off x="5615273" y="1292757"/>
          <a:ext cx="947154" cy="94715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3844" tIns="12700" rIns="73844" bIns="12700" numCol="1" spcCol="1270" anchor="ctr" anchorCtr="0">
          <a:noAutofit/>
        </a:bodyPr>
        <a:lstStyle/>
        <a:p>
          <a:pPr marL="0" lvl="0" indent="0" algn="ctr" defTabSz="2044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600" kern="1200"/>
            <a:t>3</a:t>
          </a:r>
        </a:p>
      </dsp:txBody>
      <dsp:txXfrm>
        <a:off x="5753980" y="1431464"/>
        <a:ext cx="669740" cy="669740"/>
      </dsp:txXfrm>
    </dsp:sp>
    <dsp:sp modelId="{0C771A2D-4675-41A1-848A-0AD34EDC8227}">
      <dsp:nvSpPr>
        <dsp:cNvPr id="0" name=""/>
        <dsp:cNvSpPr/>
      </dsp:nvSpPr>
      <dsp:spPr>
        <a:xfrm>
          <a:off x="4961285" y="4134148"/>
          <a:ext cx="2255129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FBD64-07AF-4CAA-8A26-AB2F14056E8C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3E73EE-BE3A-4DA2-B573-3C7020778238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6D2F38-2F10-4AC3-9945-00743269DF80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original fair method used slow loops over users and movies.</a:t>
          </a:r>
        </a:p>
      </dsp:txBody>
      <dsp:txXfrm>
        <a:off x="1686304" y="623"/>
        <a:ext cx="5530111" cy="1460003"/>
      </dsp:txXfrm>
    </dsp:sp>
    <dsp:sp modelId="{C1BE6C4A-92D2-4AAB-9B8C-D63702D27CC3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6DA099-1F74-4D44-9465-E547F9D9ACB4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6D9D8-ADA6-4EFF-AA6D-7DF2D039EC51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The optimized version uses precomputed matrices and NumPy vectorization.</a:t>
          </a:r>
        </a:p>
      </dsp:txBody>
      <dsp:txXfrm>
        <a:off x="1686304" y="1825628"/>
        <a:ext cx="5530111" cy="1460003"/>
      </dsp:txXfrm>
    </dsp:sp>
    <dsp:sp modelId="{F47BDEBA-6936-4282-9A6A-B34C102D366D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3CA73A-F43E-41CB-9810-94959383A0A6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E05DFD-D701-4F39-8BFF-9F6168C8C748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Runtime improved rom 67.94 s to 1.24 s with the same results.</a:t>
          </a:r>
        </a:p>
      </dsp:txBody>
      <dsp:txXfrm>
        <a:off x="1686304" y="3650632"/>
        <a:ext cx="5530111" cy="146000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300203-681B-45DB-8DE9-3F721D4E08F5}">
      <dsp:nvSpPr>
        <dsp:cNvPr id="0" name=""/>
        <dsp:cNvSpPr/>
      </dsp:nvSpPr>
      <dsp:spPr>
        <a:xfrm>
          <a:off x="0" y="297"/>
          <a:ext cx="6479357" cy="15862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Fairness was tested across active/inactive and cold-start users.</a:t>
          </a:r>
        </a:p>
      </dsp:txBody>
      <dsp:txXfrm>
        <a:off x="77433" y="77730"/>
        <a:ext cx="6324491" cy="1431361"/>
      </dsp:txXfrm>
    </dsp:sp>
    <dsp:sp modelId="{060C4146-5058-40B7-80AA-9AF13E228C93}">
      <dsp:nvSpPr>
        <dsp:cNvPr id="0" name=""/>
        <dsp:cNvSpPr/>
      </dsp:nvSpPr>
      <dsp:spPr>
        <a:xfrm>
          <a:off x="0" y="1670045"/>
          <a:ext cx="6479357" cy="1586227"/>
        </a:xfrm>
        <a:prstGeom prst="roundRect">
          <a:avLst/>
        </a:prstGeom>
        <a:solidFill>
          <a:schemeClr val="accent5">
            <a:hueOff val="4505397"/>
            <a:satOff val="-11270"/>
            <a:lumOff val="-12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Intersectional groups were evaluated using gender x age.</a:t>
          </a:r>
        </a:p>
      </dsp:txBody>
      <dsp:txXfrm>
        <a:off x="77433" y="1747478"/>
        <a:ext cx="6324491" cy="1431361"/>
      </dsp:txXfrm>
    </dsp:sp>
    <dsp:sp modelId="{14359F9F-05F0-4DA4-BFB2-DF9CA51387C1}">
      <dsp:nvSpPr>
        <dsp:cNvPr id="0" name=""/>
        <dsp:cNvSpPr/>
      </dsp:nvSpPr>
      <dsp:spPr>
        <a:xfrm>
          <a:off x="0" y="3339792"/>
          <a:ext cx="6479357" cy="1586227"/>
        </a:xfrm>
        <a:prstGeom prst="roundRect">
          <a:avLst/>
        </a:prstGeom>
        <a:solidFill>
          <a:schemeClr val="accent5">
            <a:hueOff val="9010794"/>
            <a:satOff val="-22539"/>
            <a:lumOff val="-2451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The method reduced bias across groups, but cold-start users remained harder.</a:t>
          </a:r>
        </a:p>
      </dsp:txBody>
      <dsp:txXfrm>
        <a:off x="77433" y="3417225"/>
        <a:ext cx="6324491" cy="14313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413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513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9678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541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5/22/2026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99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5/22/2026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123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5/22/2026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38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318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5/22/2026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50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78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9925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5/22/2026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946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7" r:id="rId1"/>
    <p:sldLayoutId id="2147483828" r:id="rId2"/>
    <p:sldLayoutId id="2147483829" r:id="rId3"/>
    <p:sldLayoutId id="2147483830" r:id="rId4"/>
    <p:sldLayoutId id="2147483831" r:id="rId5"/>
    <p:sldLayoutId id="2147483825" r:id="rId6"/>
    <p:sldLayoutId id="2147483821" r:id="rId7"/>
    <p:sldLayoutId id="2147483822" r:id="rId8"/>
    <p:sldLayoutId id="2147483823" r:id="rId9"/>
    <p:sldLayoutId id="2147483824" r:id="rId10"/>
    <p:sldLayoutId id="214748382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10.jp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11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3.xml"/><Relationship Id="rId7" Type="http://schemas.openxmlformats.org/officeDocument/2006/relationships/image" Target="../media/image12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4.xml"/><Relationship Id="rId7" Type="http://schemas.openxmlformats.org/officeDocument/2006/relationships/image" Target="../media/image19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5.xml"/><Relationship Id="rId7" Type="http://schemas.openxmlformats.org/officeDocument/2006/relationships/image" Target="../media/image26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6.xml"/><Relationship Id="rId7" Type="http://schemas.openxmlformats.org/officeDocument/2006/relationships/image" Target="../media/image27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7.xml"/><Relationship Id="rId7" Type="http://schemas.openxmlformats.org/officeDocument/2006/relationships/image" Target="../media/image3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8.xml"/><Relationship Id="rId7" Type="http://schemas.openxmlformats.org/officeDocument/2006/relationships/image" Target="../media/image3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hyperlink" Target="https://www.google.com/search?sca_esv=c002384ed01e5123&amp;rlz=1C1GCEA_enGR1136GR1136&amp;sxsrf=ANbL-n7ww0z9-_KSuZ49-s1QqwqzAUBdBg:1779280913894&amp;udm=2&amp;fbs=ADc_l-acTh1XOpH3U7bIxRVfQR5uwuYj4r9gy2Evo0qcadc4dYDkhazAPtodrn_bK51i8Y7EC5aI0ML9l7g2bNsr7sxGhBjXBZVkh_olIjcdf5JAAmrbQlExY9L-PIiYAjuz1hlDHSln83QSjPQeG3Wvpd3AF5b6EyVa5QVr0n-MgF4HlSnlRJbUk4rNiLx0b3t-nv8m1jJDz_Sid6WndCJlwZ2jsQTAFSsOeGDTuLShs0DDIZel8lk&amp;q=recommendation+systems&amp;sa=X&amp;sqi=2&amp;ved=2ahUKEwiu6M_28ceUAxUdJBAIHexJIpsQtKgLegQIKhAB&amp;biw=1920&amp;bih=911&amp;dpr=1#sv=CAMSVhoyKhBlLWJLLTlSZnd3cFI2SnhNMg5iSy05UmZ3d3BSNkp4TToOR0VFdktldERjTTJ0NU0gBCocCgZtb3NhaWMSEGUtYkstOVJmd3dwUjZKeE0YADABGAcgx6aA8AVKCBABGAEgASgB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6ADFDDBF-8128-EC00-1974-C26DBE8F67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1" t="909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22AB34F-E75C-451A-8410-05B6C249E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3648484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773208C1-2C47-A3D8-E1E3-1C2D9BC4F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38061" y="914400"/>
            <a:ext cx="4892948" cy="3427867"/>
          </a:xfrm>
        </p:spPr>
        <p:txBody>
          <a:bodyPr anchor="t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3400" dirty="0">
                <a:solidFill>
                  <a:srgbClr val="FFFFFF"/>
                </a:solidFill>
                <a:latin typeface="Book Antiqua" panose="02040602050305030304" pitchFamily="18" charset="0"/>
              </a:rPr>
              <a:t>Bias vs bias – dawn of justice: a fair fight in recommendation systems fairness-aware movie recommendation system</a:t>
            </a:r>
            <a:endParaRPr lang="el-GR" sz="3400" dirty="0">
              <a:solidFill>
                <a:srgbClr val="FFFFFF"/>
              </a:solidFill>
              <a:latin typeface="Book Antiqua" panose="02040602050305030304" pitchFamily="18" charset="0"/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00BFA668-4699-01FE-FB30-7B47C2A542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9835" y="5253051"/>
            <a:ext cx="4941173" cy="812923"/>
          </a:xfrm>
        </p:spPr>
        <p:txBody>
          <a:bodyPr anchor="t"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By Michael </a:t>
            </a:r>
            <a:r>
              <a:rPr lang="en-US" dirty="0" err="1">
                <a:solidFill>
                  <a:srgbClr val="FFFFFF"/>
                </a:solidFill>
              </a:rPr>
              <a:t>antoniades</a:t>
            </a:r>
            <a:endParaRPr lang="el-GR" dirty="0">
              <a:solidFill>
                <a:srgbClr val="FFFFFF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438375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C32A2BF-3898-98DC-C240-DDFF0BB48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443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289C816-1102-E96C-54E4-E1812145B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r>
              <a:rPr lang="en-US" dirty="0"/>
              <a:t>INTRODUCTION </a:t>
            </a:r>
            <a:endParaRPr lang="el-G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1AA4014E-8BF3-D971-532C-87CD5EF98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Built a movie recommender system using </a:t>
            </a:r>
            <a:r>
              <a:rPr lang="en-US" dirty="0" err="1"/>
              <a:t>MovieLens</a:t>
            </a:r>
            <a:r>
              <a:rPr lang="en-US" dirty="0"/>
              <a:t>-style data.</a:t>
            </a:r>
          </a:p>
          <a:p>
            <a:r>
              <a:rPr lang="en-US" dirty="0"/>
              <a:t>Studied the balance between recommendation accuracy and fairness.</a:t>
            </a:r>
          </a:p>
          <a:p>
            <a:r>
              <a:rPr lang="en-US" dirty="0"/>
              <a:t>Applied fair re-ranking, adaptive fairness and runtime optimization.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849DF3-5D07-D61F-C5C5-6DCC404EF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7885" y="0"/>
            <a:ext cx="594411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8E692F-6D5B-9113-EF83-E625A16DFE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493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209C4E0-099C-13DB-FA25-99F95D7A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18871"/>
            <a:ext cx="3000587" cy="4160520"/>
          </a:xfrm>
        </p:spPr>
        <p:txBody>
          <a:bodyPr anchor="t">
            <a:normAutofit/>
          </a:bodyPr>
          <a:lstStyle/>
          <a:p>
            <a:r>
              <a:rPr lang="en-US" sz="3600"/>
              <a:t>Problem Motivation</a:t>
            </a:r>
            <a:endParaRPr lang="el-GR" sz="36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154D3DDD-8BF3-1852-32CE-6B832BB34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4164867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79D1EBF-A969-3B64-6E63-46EE062921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2" y="1848178"/>
            <a:ext cx="4134729" cy="383939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0A80EDB-239E-4B94-EE33-0AA75408BC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78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27EE32A-06CF-2D86-1A4D-7F4DEE51F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dirty="0"/>
              <a:t>Dataset &amp; Pipeline 		</a:t>
            </a:r>
            <a:endParaRPr lang="el-G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EE76BB5B-6E9D-9679-F718-7C67DDAF28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010749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E40AC70-EFD7-3DB0-07C6-16A6BFD5DCE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31" y="3177529"/>
            <a:ext cx="4773247" cy="23363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E07BDB2-D4B9-6B9E-831F-3B77F8FB5A8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2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D45386A-E6E4-644B-9BFE-13100B129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677920" cy="3919267"/>
          </a:xfrm>
        </p:spPr>
        <p:txBody>
          <a:bodyPr anchor="t">
            <a:normAutofit/>
          </a:bodyPr>
          <a:lstStyle/>
          <a:p>
            <a:r>
              <a:rPr lang="en-US" sz="3400"/>
              <a:t>Baseline Recommendation Model</a:t>
            </a:r>
            <a:endParaRPr lang="el-GR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BAAA1ED3-F979-26FD-F0EB-9D31ACA8B4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3648619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5BAE4192-A839-1298-B831-7EDC03440A9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0881" y="3003634"/>
            <a:ext cx="4231048" cy="329428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B46CAB-F78D-0BAF-5D3F-99CC018EC0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1776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8EEF11F-F917-571C-5A92-79E507524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381" y="160997"/>
            <a:ext cx="3000587" cy="2212848"/>
          </a:xfrm>
        </p:spPr>
        <p:txBody>
          <a:bodyPr anchor="t">
            <a:normAutofit/>
          </a:bodyPr>
          <a:lstStyle/>
          <a:p>
            <a:r>
              <a:rPr lang="en-US" sz="3600" dirty="0"/>
              <a:t>Fairness-Aware Re-Ranking </a:t>
            </a:r>
            <a:endParaRPr lang="el-GR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1E593B5F-321C-C213-A14A-C30622853D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6461553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9A41461D-2584-2F3C-87CE-28493FBE7A2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7" y="2214802"/>
            <a:ext cx="4161339" cy="35605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49A8D0C-C556-7412-6627-636D6501C4D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309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0AFFC95F-660D-1CEB-C1CA-92A92AD72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128015"/>
            <a:ext cx="3000587" cy="1901952"/>
          </a:xfrm>
        </p:spPr>
        <p:txBody>
          <a:bodyPr anchor="t">
            <a:normAutofit/>
          </a:bodyPr>
          <a:lstStyle/>
          <a:p>
            <a:r>
              <a:rPr lang="en-US" sz="3600" dirty="0"/>
              <a:t>Bias-Accuracy Trade-Off </a:t>
            </a:r>
            <a:endParaRPr lang="el-GR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B3DF6DB4-8176-F265-F3D1-EBBAF20750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244338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06F14FA5-C91C-47AA-9700-FF83B0EE0D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403" y="2299885"/>
            <a:ext cx="4224527" cy="362146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7C2C779-F9AA-8760-9B8D-82A449AEB0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845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32CE6680-134C-435E-4C35-0747D19FE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374852"/>
            <a:ext cx="5568696" cy="763590"/>
          </a:xfrm>
        </p:spPr>
        <p:txBody>
          <a:bodyPr anchor="t">
            <a:normAutofit/>
          </a:bodyPr>
          <a:lstStyle/>
          <a:p>
            <a:r>
              <a:rPr lang="en-US" sz="3600" dirty="0"/>
              <a:t>Adaptive Fairness Method</a:t>
            </a:r>
            <a:endParaRPr lang="el-GR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7AF4E3C1-9A34-E31B-0C1C-AB8F969C64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5728472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3BAE22D7-4929-FD1E-F0AA-DAD675BA0C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5" y="1548167"/>
            <a:ext cx="4193603" cy="379813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E9A40C-F633-90EB-BBC2-BB6FA108659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3739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474463F-BAD0-6BF6-A70D-B8378FF62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82945"/>
            <a:ext cx="3000587" cy="1417321"/>
          </a:xfrm>
        </p:spPr>
        <p:txBody>
          <a:bodyPr anchor="t">
            <a:normAutofit/>
          </a:bodyPr>
          <a:lstStyle/>
          <a:p>
            <a:r>
              <a:rPr lang="en-US" sz="3600" dirty="0"/>
              <a:t>Runtime Optimization</a:t>
            </a:r>
            <a:endParaRPr lang="el-GR" sz="36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5ADA91C-AD52-A530-A898-AD6E698745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7907AE11-44CE-C563-5BC9-6AFF3B5E86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4793445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E20B869-1A2F-E575-E63C-3DC447D2E8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991" y="1986976"/>
            <a:ext cx="4136394" cy="370059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EE030C-420D-55AF-414F-C1C3666CA4F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956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4FCA2456-C455-92EF-1947-2B258744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1"/>
            <a:ext cx="3677920" cy="1289304"/>
          </a:xfrm>
        </p:spPr>
        <p:txBody>
          <a:bodyPr anchor="t">
            <a:normAutofit fontScale="90000"/>
          </a:bodyPr>
          <a:lstStyle/>
          <a:p>
            <a:r>
              <a:rPr lang="en-US" dirty="0"/>
              <a:t>Robustness Experiments</a:t>
            </a:r>
            <a:endParaRPr lang="el-GR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0BBF191-9CC8-4313-B1CA-8DF1A53AE4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Θέση περιεχομένου 2">
            <a:extLst>
              <a:ext uri="{FF2B5EF4-FFF2-40B4-BE49-F238E27FC236}">
                <a16:creationId xmlns:a16="http://schemas.microsoft.com/office/drawing/2014/main" id="{AA260391-412A-EAC0-1401-CBF2A3F12B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8407220"/>
              </p:ext>
            </p:extLst>
          </p:nvPr>
        </p:nvGraphicFramePr>
        <p:xfrm>
          <a:off x="5051651" y="1371600"/>
          <a:ext cx="6479357" cy="49263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FEF03334-E381-D936-1744-05BE6C14DE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" y="2878090"/>
            <a:ext cx="4820816" cy="31935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8296A3-B7B1-B3A2-7F2D-6EFC1CB2D7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4494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ED465A9-1BF6-D506-EDF0-830E1351E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5852160" cy="109728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/>
              <a:t>Final Evaluation &amp; Conclusion</a:t>
            </a:r>
            <a:endParaRPr lang="el-GR" sz="34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3FE100-D0AB-4AE2-824B-60CFA31EC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1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703D3F93-9151-5676-5C84-3C693185F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236"/>
            <a:ext cx="5852160" cy="3664685"/>
          </a:xfrm>
        </p:spPr>
        <p:txBody>
          <a:bodyPr>
            <a:normAutofit/>
          </a:bodyPr>
          <a:lstStyle/>
          <a:p>
            <a:r>
              <a:rPr lang="en-US" dirty="0"/>
              <a:t>Fair re-ranking reduced bias while keeping accuracy almost unchanged.</a:t>
            </a:r>
          </a:p>
          <a:p>
            <a:r>
              <a:rPr lang="en-US" dirty="0"/>
              <a:t>Adaptive fairness gave the best fairness score.</a:t>
            </a:r>
          </a:p>
          <a:p>
            <a:r>
              <a:rPr lang="en-US" dirty="0"/>
              <a:t>Optimized fair re-ranking made the method practical and much faster.</a:t>
            </a:r>
            <a:endParaRPr lang="el-GR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0636D9-2E6A-C7A0-56E7-723068497F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5529" y="1920240"/>
            <a:ext cx="5700774" cy="41941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3497AC-9D69-B248-9DA6-D1A5F78D5E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79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97A0E-0E5D-1390-0998-DB3B5B080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8BCAFBB-3AD9-8A4D-47F3-D497313770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38988513"/>
              </p:ext>
            </p:extLst>
          </p:nvPr>
        </p:nvGraphicFramePr>
        <p:xfrm>
          <a:off x="639763" y="2633663"/>
          <a:ext cx="10891835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8367">
                  <a:extLst>
                    <a:ext uri="{9D8B030D-6E8A-4147-A177-3AD203B41FA5}">
                      <a16:colId xmlns:a16="http://schemas.microsoft.com/office/drawing/2014/main" val="3393942413"/>
                    </a:ext>
                  </a:extLst>
                </a:gridCol>
                <a:gridCol w="2178367">
                  <a:extLst>
                    <a:ext uri="{9D8B030D-6E8A-4147-A177-3AD203B41FA5}">
                      <a16:colId xmlns:a16="http://schemas.microsoft.com/office/drawing/2014/main" val="3750259973"/>
                    </a:ext>
                  </a:extLst>
                </a:gridCol>
                <a:gridCol w="2178367">
                  <a:extLst>
                    <a:ext uri="{9D8B030D-6E8A-4147-A177-3AD203B41FA5}">
                      <a16:colId xmlns:a16="http://schemas.microsoft.com/office/drawing/2014/main" val="3095126584"/>
                    </a:ext>
                  </a:extLst>
                </a:gridCol>
                <a:gridCol w="2178367">
                  <a:extLst>
                    <a:ext uri="{9D8B030D-6E8A-4147-A177-3AD203B41FA5}">
                      <a16:colId xmlns:a16="http://schemas.microsoft.com/office/drawing/2014/main" val="1198890743"/>
                    </a:ext>
                  </a:extLst>
                </a:gridCol>
                <a:gridCol w="2178367">
                  <a:extLst>
                    <a:ext uri="{9D8B030D-6E8A-4147-A177-3AD203B41FA5}">
                      <a16:colId xmlns:a16="http://schemas.microsoft.com/office/drawing/2014/main" val="33265732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HitRate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NDCG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Runtime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4299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~0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961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Fair Paper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67.94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1368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Adaptive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94.46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458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Optimized Fair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1.24 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336956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B749DBD2-AF30-8B05-0064-0F465A8409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1882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98914-17CC-7ACC-D138-30151F85D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E1BB435-20AB-E839-BC4D-AA17D30A5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790CA5-E3CD-B4DB-BFEC-6DB9F15DBC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912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B0A6B-0B0A-AC51-FDA2-3129EC3C0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0C3615-4ADF-66ED-1BA9-2D95106A8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https://www.google.com/search?sca_esv=525e608177515078&amp;rlz=1C1GCEA_enGR1136GR1136&amp;sxsrf=ANbL-n4Sc4ul-RbthOP-o5ombGYV1lXTQA:1779439797802&amp;udm=2&amp;fbs=ADc_l-acTh1XOpH3U7bIxRVfQR5uwuYj4r9gy2Evo0qcadc4dYDkhazAPtodrn_bK51i8Y4iddj5h50cwAlx0WFGTaviF3MURLTpSAjZ1wylooHX2xAp_nqr934Q0t9_fKc93Ruvn5f5x60KDdLB8BtCMyIw1-3SoGXMea_8QyS9Dm0vrOoKcjsSSCnys6bbaZhMu6Gmy2SjfYUG_cIZHW263w7cYJoZF3hunJJ9WDIfSw-H9puTwA4&amp;q=biased+recommendations+or+user+groups+separated+into+bubbles&amp;sa=X&amp;ved=2ahUKEwiEirDowcyUAxV7cfEDHUhJOw8QtKgLegQIFxAB&amp;biw=1043&amp;bih=903&amp;dpr=1#sv=CAMSVhoyKhBlLTdlUkhDeVpONmdobnFNMg43ZVJIQ3laTjZnaG5xTToObFZ6SHY4aE0ydTlCUU0gBCocCgZtb3NhaWMSEGUtN2VSSEN5Wk42Z2hucU0YADABGAcgh4O77AFKCBABGAEgASgB</a:t>
            </a:r>
          </a:p>
          <a:p>
            <a:r>
              <a:rPr lang="en-US" sz="1800" u="sng" dirty="0">
                <a:solidFill>
                  <a:srgbClr val="467886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  <a:hlinkClick r:id="rId2"/>
              </a:rPr>
              <a:t>https://www.google.com/search?sca_esv=c002384ed01e5123&amp;rlz=1C1GCEA_enGR1136GR1136&amp;sxsrf=ANbL-n7ww0z9-_KSuZ49-s1QqwqzAUBdBg:1779280913894&amp;udm=2&amp;fbs=ADc_l-acTh1XOpH3U7bIxRVfQR5uwuYj4r9gy2Evo0qcadc4dYDkhazAPtodrn_bK51i8Y7EC5aI0ML9l7g2bNsr7sxGhBjXBZVkh_olIjcdf5JAAmrbQlExY9L-PIiYAjuz1hlDHSln83QSjPQeG3Wvpd3AF5b6EyVa5QVr0n-MgF4HlSnlRJbUk4rNiLx0b3t-nv8m1jJDz_Sid6WndCJlwZ2jsQTAFSsOeGDTuLShs0DDIZel8lk&amp;q=recommendation+systems&amp;sa=X&amp;sqi=2&amp;ved=2ahUKEwiu6M_28ceUAxUdJBAIHexJIpsQtKgLegQIKhAB&amp;biw=1920&amp;bih=911&amp;dpr=1#sv=CAMSVhoyKhBlLWJLLTlSZnd3cFI2SnhNMg5iSy05UmZ3d3BSNkp4TToOR0VFdktldERjTTJ0NU0gBCocCgZtb3NhaWMSEGUtYkstOVJmd3dwUjZKeE0YADABGAcgx6aA8AVKCBABGAEgASgB</a:t>
            </a:r>
            <a:endParaRPr lang="en-US" sz="1800" u="sng" dirty="0">
              <a:solidFill>
                <a:srgbClr val="467886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8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https://arxiv.org/abs/2506.18327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8E83FF-C7F6-3C2F-F8BC-E2E39A1634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8650" y="2658"/>
            <a:ext cx="853330" cy="91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60837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</TotalTime>
  <Words>565</Words>
  <Application>Microsoft Office PowerPoint</Application>
  <PresentationFormat>Widescreen</PresentationFormat>
  <Paragraphs>75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Book Antiqua</vt:lpstr>
      <vt:lpstr>Grandview Display</vt:lpstr>
      <vt:lpstr>DashVTI</vt:lpstr>
      <vt:lpstr>Bias vs bias – dawn of justice: a fair fight in recommendation systems fairness-aware movie recommendation system</vt:lpstr>
      <vt:lpstr>INTRODUCTION </vt:lpstr>
      <vt:lpstr>Problem Motivation</vt:lpstr>
      <vt:lpstr>Dataset &amp; Pipeline   </vt:lpstr>
      <vt:lpstr>Baseline Recommendation Model</vt:lpstr>
      <vt:lpstr>Fairness-Aware Re-Ranking </vt:lpstr>
      <vt:lpstr>Bias-Accuracy Trade-Off </vt:lpstr>
      <vt:lpstr>Adaptive Fairness Method</vt:lpstr>
      <vt:lpstr>Runtime Optimization</vt:lpstr>
      <vt:lpstr>Robustness Experiments</vt:lpstr>
      <vt:lpstr>Final Evaluation &amp; Conclusion</vt:lpstr>
      <vt:lpstr>Final Table</vt:lpstr>
      <vt:lpstr>PowerPoint Presentation</vt:lpstr>
      <vt:lpstr>References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Κωνσταντίνα Μάνη</dc:creator>
  <cp:lastModifiedBy>Michael Antoniades</cp:lastModifiedBy>
  <cp:revision>6</cp:revision>
  <dcterms:created xsi:type="dcterms:W3CDTF">2026-05-21T09:39:01Z</dcterms:created>
  <dcterms:modified xsi:type="dcterms:W3CDTF">2026-05-22T14:03:27Z</dcterms:modified>
</cp:coreProperties>
</file>